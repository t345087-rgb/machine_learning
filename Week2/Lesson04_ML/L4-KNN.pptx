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4"/>
  </p:notesMasterIdLst>
  <p:handoutMasterIdLst>
    <p:handoutMasterId r:id="rId25"/>
  </p:handoutMasterIdLst>
  <p:sldIdLst>
    <p:sldId id="842" r:id="rId2"/>
    <p:sldId id="843" r:id="rId3"/>
    <p:sldId id="332" r:id="rId4"/>
    <p:sldId id="277" r:id="rId5"/>
    <p:sldId id="322" r:id="rId6"/>
    <p:sldId id="315" r:id="rId7"/>
    <p:sldId id="314" r:id="rId8"/>
    <p:sldId id="323" r:id="rId9"/>
    <p:sldId id="327" r:id="rId10"/>
    <p:sldId id="329" r:id="rId11"/>
    <p:sldId id="328" r:id="rId12"/>
    <p:sldId id="316" r:id="rId13"/>
    <p:sldId id="308" r:id="rId14"/>
    <p:sldId id="317" r:id="rId15"/>
    <p:sldId id="325" r:id="rId16"/>
    <p:sldId id="324" r:id="rId17"/>
    <p:sldId id="319" r:id="rId18"/>
    <p:sldId id="321" r:id="rId19"/>
    <p:sldId id="311" r:id="rId20"/>
    <p:sldId id="306" r:id="rId21"/>
    <p:sldId id="331" r:id="rId22"/>
    <p:sldId id="839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8D03A2C-4F56-4289-AC64-76E5F4F32EC4}">
          <p14:sldIdLst/>
        </p14:section>
        <p14:section name="Default Section" id="{6C68F128-8132-409A-AF4A-DBC4DCE6ECC5}">
          <p14:sldIdLst>
            <p14:sldId id="842"/>
            <p14:sldId id="843"/>
            <p14:sldId id="332"/>
            <p14:sldId id="277"/>
            <p14:sldId id="322"/>
            <p14:sldId id="315"/>
            <p14:sldId id="314"/>
            <p14:sldId id="323"/>
            <p14:sldId id="327"/>
            <p14:sldId id="329"/>
            <p14:sldId id="328"/>
            <p14:sldId id="316"/>
            <p14:sldId id="308"/>
            <p14:sldId id="317"/>
            <p14:sldId id="325"/>
            <p14:sldId id="324"/>
            <p14:sldId id="319"/>
            <p14:sldId id="321"/>
            <p14:sldId id="311"/>
            <p14:sldId id="306"/>
            <p14:sldId id="331"/>
            <p14:sldId id="83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04C56D-F37B-8A93-8258-4BF24177998C}" v="17" dt="2020-04-21T01:07:19.938"/>
    <p1510:client id="{911AC38F-A83B-4353-B036-3C5696465EEF}" v="1" dt="2020-12-02T05:18:45.1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972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86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49C56D-CE6D-451D-82F8-1F1CEC557395}" type="doc">
      <dgm:prSet loTypeId="urn:microsoft.com/office/officeart/2005/8/layout/radial1" loCatId="relationship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vi-VN"/>
        </a:p>
      </dgm:t>
    </dgm:pt>
    <dgm:pt modelId="{0CEAA366-4CE8-49C2-AA08-B7A3D914FB76}">
      <dgm:prSet phldrT="[Text]" phldr="1"/>
      <dgm:spPr/>
      <dgm:t>
        <a:bodyPr/>
        <a:lstStyle/>
        <a:p>
          <a:endParaRPr lang="vi-VN"/>
        </a:p>
      </dgm:t>
    </dgm:pt>
    <dgm:pt modelId="{EAFAAD00-C1AC-4660-8D02-54738BBC0D66}" type="parTrans" cxnId="{C71D22EB-44DE-4E44-A49B-547AB9BAE9C5}">
      <dgm:prSet/>
      <dgm:spPr/>
      <dgm:t>
        <a:bodyPr/>
        <a:lstStyle/>
        <a:p>
          <a:endParaRPr lang="vi-VN"/>
        </a:p>
      </dgm:t>
    </dgm:pt>
    <dgm:pt modelId="{8E7ED1A4-8111-4EC8-9666-C5910AF8E754}" type="sibTrans" cxnId="{C71D22EB-44DE-4E44-A49B-547AB9BAE9C5}">
      <dgm:prSet/>
      <dgm:spPr/>
      <dgm:t>
        <a:bodyPr/>
        <a:lstStyle/>
        <a:p>
          <a:endParaRPr lang="vi-VN"/>
        </a:p>
      </dgm:t>
    </dgm:pt>
    <dgm:pt modelId="{1996D6CC-3A89-4418-967F-BCDC39A49AE8}">
      <dgm:prSet phldrT="[Text]" phldr="1"/>
      <dgm:spPr/>
      <dgm:t>
        <a:bodyPr/>
        <a:lstStyle/>
        <a:p>
          <a:endParaRPr lang="vi-VN"/>
        </a:p>
      </dgm:t>
    </dgm:pt>
    <dgm:pt modelId="{EFD413AE-8551-422C-BF63-1BD60A787C00}" type="parTrans" cxnId="{3E6E1576-B4B1-49D8-A080-8F687BFD3731}">
      <dgm:prSet/>
      <dgm:spPr/>
      <dgm:t>
        <a:bodyPr/>
        <a:lstStyle/>
        <a:p>
          <a:endParaRPr lang="vi-VN"/>
        </a:p>
      </dgm:t>
    </dgm:pt>
    <dgm:pt modelId="{9A261684-9705-496C-8992-190EA5F91A60}" type="sibTrans" cxnId="{3E6E1576-B4B1-49D8-A080-8F687BFD3731}">
      <dgm:prSet/>
      <dgm:spPr/>
      <dgm:t>
        <a:bodyPr/>
        <a:lstStyle/>
        <a:p>
          <a:endParaRPr lang="vi-VN"/>
        </a:p>
      </dgm:t>
    </dgm:pt>
    <dgm:pt modelId="{BE16D2B0-1DE4-4973-8B8B-588A7D7622B6}">
      <dgm:prSet phldrT="[Text]" phldr="1"/>
      <dgm:spPr/>
      <dgm:t>
        <a:bodyPr/>
        <a:lstStyle/>
        <a:p>
          <a:endParaRPr lang="vi-VN"/>
        </a:p>
      </dgm:t>
    </dgm:pt>
    <dgm:pt modelId="{BFC0E250-89CD-4F5A-8E2A-5FF4BAD1307F}" type="parTrans" cxnId="{97CCC37D-C2BD-4F5F-A308-6D43CA78E581}">
      <dgm:prSet/>
      <dgm:spPr/>
      <dgm:t>
        <a:bodyPr/>
        <a:lstStyle/>
        <a:p>
          <a:endParaRPr lang="vi-VN"/>
        </a:p>
      </dgm:t>
    </dgm:pt>
    <dgm:pt modelId="{37EBB8F5-AF4E-42F4-BD3C-D1C847F992CF}" type="sibTrans" cxnId="{97CCC37D-C2BD-4F5F-A308-6D43CA78E581}">
      <dgm:prSet/>
      <dgm:spPr/>
      <dgm:t>
        <a:bodyPr/>
        <a:lstStyle/>
        <a:p>
          <a:endParaRPr lang="vi-VN"/>
        </a:p>
      </dgm:t>
    </dgm:pt>
    <dgm:pt modelId="{D0F294B4-85EC-4DA5-AF0D-8BEC90A26A0C}">
      <dgm:prSet phldrT="[Text]" phldr="1"/>
      <dgm:spPr/>
      <dgm:t>
        <a:bodyPr/>
        <a:lstStyle/>
        <a:p>
          <a:endParaRPr lang="vi-VN"/>
        </a:p>
      </dgm:t>
    </dgm:pt>
    <dgm:pt modelId="{6FDEA82E-EA3F-4BA1-8116-0C8EDB842B35}" type="parTrans" cxnId="{37718080-A5C6-4BF7-AF09-BCDA82E0B412}">
      <dgm:prSet/>
      <dgm:spPr/>
      <dgm:t>
        <a:bodyPr/>
        <a:lstStyle/>
        <a:p>
          <a:endParaRPr lang="vi-VN"/>
        </a:p>
      </dgm:t>
    </dgm:pt>
    <dgm:pt modelId="{99646BC5-D00D-4947-8255-42238C6C8415}" type="sibTrans" cxnId="{37718080-A5C6-4BF7-AF09-BCDA82E0B412}">
      <dgm:prSet/>
      <dgm:spPr/>
      <dgm:t>
        <a:bodyPr/>
        <a:lstStyle/>
        <a:p>
          <a:endParaRPr lang="vi-VN"/>
        </a:p>
      </dgm:t>
    </dgm:pt>
    <dgm:pt modelId="{6ABA3628-F279-4352-A8D4-0CDF139E222C}">
      <dgm:prSet phldrT="[Text]" phldr="1"/>
      <dgm:spPr/>
      <dgm:t>
        <a:bodyPr/>
        <a:lstStyle/>
        <a:p>
          <a:endParaRPr lang="vi-VN"/>
        </a:p>
      </dgm:t>
    </dgm:pt>
    <dgm:pt modelId="{E0954B0B-EBAC-4A12-8A6F-C17A2FF4FF2D}" type="parTrans" cxnId="{C2EAC19D-398E-4B35-80D4-227D2194214F}">
      <dgm:prSet/>
      <dgm:spPr/>
      <dgm:t>
        <a:bodyPr/>
        <a:lstStyle/>
        <a:p>
          <a:endParaRPr lang="vi-VN"/>
        </a:p>
      </dgm:t>
    </dgm:pt>
    <dgm:pt modelId="{1EC55D69-BEF2-483F-B682-4A8019AF32F4}" type="sibTrans" cxnId="{C2EAC19D-398E-4B35-80D4-227D2194214F}">
      <dgm:prSet/>
      <dgm:spPr/>
      <dgm:t>
        <a:bodyPr/>
        <a:lstStyle/>
        <a:p>
          <a:endParaRPr lang="vi-VN"/>
        </a:p>
      </dgm:t>
    </dgm:pt>
    <dgm:pt modelId="{ADA7E95C-5B99-4DCD-8BF1-44008362BDB1}" type="pres">
      <dgm:prSet presAssocID="{6249C56D-CE6D-451D-82F8-1F1CEC55739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5052145-3833-4ABD-8AF6-D1E194A8AE75}" type="pres">
      <dgm:prSet presAssocID="{0CEAA366-4CE8-49C2-AA08-B7A3D914FB76}" presName="centerShape" presStyleLbl="node0" presStyleIdx="0" presStyleCnt="1"/>
      <dgm:spPr/>
    </dgm:pt>
    <dgm:pt modelId="{FD65F0DE-9D57-44B0-8A53-4757BBC9D8FB}" type="pres">
      <dgm:prSet presAssocID="{EFD413AE-8551-422C-BF63-1BD60A787C00}" presName="Name9" presStyleLbl="parChTrans1D2" presStyleIdx="0" presStyleCnt="4"/>
      <dgm:spPr/>
    </dgm:pt>
    <dgm:pt modelId="{AF84DF61-243F-4F3D-9536-B0BB8E79A55B}" type="pres">
      <dgm:prSet presAssocID="{EFD413AE-8551-422C-BF63-1BD60A787C00}" presName="connTx" presStyleLbl="parChTrans1D2" presStyleIdx="0" presStyleCnt="4"/>
      <dgm:spPr/>
    </dgm:pt>
    <dgm:pt modelId="{712F19BD-447E-4EAA-BE7C-579DC954F8CB}" type="pres">
      <dgm:prSet presAssocID="{1996D6CC-3A89-4418-967F-BCDC39A49AE8}" presName="node" presStyleLbl="node1" presStyleIdx="0" presStyleCnt="4">
        <dgm:presLayoutVars>
          <dgm:bulletEnabled val="1"/>
        </dgm:presLayoutVars>
      </dgm:prSet>
      <dgm:spPr/>
    </dgm:pt>
    <dgm:pt modelId="{25262D1D-E899-4356-96D4-97DE824C7EE2}" type="pres">
      <dgm:prSet presAssocID="{BFC0E250-89CD-4F5A-8E2A-5FF4BAD1307F}" presName="Name9" presStyleLbl="parChTrans1D2" presStyleIdx="1" presStyleCnt="4"/>
      <dgm:spPr/>
    </dgm:pt>
    <dgm:pt modelId="{6BFE84D7-240A-4D41-97A9-711C7F81D71C}" type="pres">
      <dgm:prSet presAssocID="{BFC0E250-89CD-4F5A-8E2A-5FF4BAD1307F}" presName="connTx" presStyleLbl="parChTrans1D2" presStyleIdx="1" presStyleCnt="4"/>
      <dgm:spPr/>
    </dgm:pt>
    <dgm:pt modelId="{AAB23138-0FC4-4560-BC36-C4CDCCE9FE5F}" type="pres">
      <dgm:prSet presAssocID="{BE16D2B0-1DE4-4973-8B8B-588A7D7622B6}" presName="node" presStyleLbl="node1" presStyleIdx="1" presStyleCnt="4">
        <dgm:presLayoutVars>
          <dgm:bulletEnabled val="1"/>
        </dgm:presLayoutVars>
      </dgm:prSet>
      <dgm:spPr/>
    </dgm:pt>
    <dgm:pt modelId="{6E5CDE7B-FA4B-4D48-810D-E7EA17B30162}" type="pres">
      <dgm:prSet presAssocID="{6FDEA82E-EA3F-4BA1-8116-0C8EDB842B35}" presName="Name9" presStyleLbl="parChTrans1D2" presStyleIdx="2" presStyleCnt="4"/>
      <dgm:spPr/>
    </dgm:pt>
    <dgm:pt modelId="{452BDFF0-C06F-44D4-9638-AECFEBFB074D}" type="pres">
      <dgm:prSet presAssocID="{6FDEA82E-EA3F-4BA1-8116-0C8EDB842B35}" presName="connTx" presStyleLbl="parChTrans1D2" presStyleIdx="2" presStyleCnt="4"/>
      <dgm:spPr/>
    </dgm:pt>
    <dgm:pt modelId="{9549DAC4-84E1-4D61-903F-057A3A03B8CE}" type="pres">
      <dgm:prSet presAssocID="{D0F294B4-85EC-4DA5-AF0D-8BEC90A26A0C}" presName="node" presStyleLbl="node1" presStyleIdx="2" presStyleCnt="4">
        <dgm:presLayoutVars>
          <dgm:bulletEnabled val="1"/>
        </dgm:presLayoutVars>
      </dgm:prSet>
      <dgm:spPr/>
    </dgm:pt>
    <dgm:pt modelId="{1977AFD5-B20B-4960-8843-1C697DBDE0EF}" type="pres">
      <dgm:prSet presAssocID="{E0954B0B-EBAC-4A12-8A6F-C17A2FF4FF2D}" presName="Name9" presStyleLbl="parChTrans1D2" presStyleIdx="3" presStyleCnt="4"/>
      <dgm:spPr/>
    </dgm:pt>
    <dgm:pt modelId="{19243116-7A4C-460A-AB35-613F1848B8FC}" type="pres">
      <dgm:prSet presAssocID="{E0954B0B-EBAC-4A12-8A6F-C17A2FF4FF2D}" presName="connTx" presStyleLbl="parChTrans1D2" presStyleIdx="3" presStyleCnt="4"/>
      <dgm:spPr/>
    </dgm:pt>
    <dgm:pt modelId="{718F1E11-C116-4501-A228-EEBD25F72BF0}" type="pres">
      <dgm:prSet presAssocID="{6ABA3628-F279-4352-A8D4-0CDF139E222C}" presName="node" presStyleLbl="node1" presStyleIdx="3" presStyleCnt="4">
        <dgm:presLayoutVars>
          <dgm:bulletEnabled val="1"/>
        </dgm:presLayoutVars>
      </dgm:prSet>
      <dgm:spPr/>
    </dgm:pt>
  </dgm:ptLst>
  <dgm:cxnLst>
    <dgm:cxn modelId="{EEFB5904-4831-4094-9F18-6D5747D5BF6E}" type="presOf" srcId="{BFC0E250-89CD-4F5A-8E2A-5FF4BAD1307F}" destId="{25262D1D-E899-4356-96D4-97DE824C7EE2}" srcOrd="0" destOrd="0" presId="urn:microsoft.com/office/officeart/2005/8/layout/radial1"/>
    <dgm:cxn modelId="{612D270D-42FD-42A8-889F-884C3570A8AF}" type="presOf" srcId="{EFD413AE-8551-422C-BF63-1BD60A787C00}" destId="{AF84DF61-243F-4F3D-9536-B0BB8E79A55B}" srcOrd="1" destOrd="0" presId="urn:microsoft.com/office/officeart/2005/8/layout/radial1"/>
    <dgm:cxn modelId="{11262C1F-E7AF-4991-A6BF-EDA52279F05E}" type="presOf" srcId="{EFD413AE-8551-422C-BF63-1BD60A787C00}" destId="{FD65F0DE-9D57-44B0-8A53-4757BBC9D8FB}" srcOrd="0" destOrd="0" presId="urn:microsoft.com/office/officeart/2005/8/layout/radial1"/>
    <dgm:cxn modelId="{F5023124-DAF3-4468-BB37-51DBF7C3E530}" type="presOf" srcId="{6FDEA82E-EA3F-4BA1-8116-0C8EDB842B35}" destId="{452BDFF0-C06F-44D4-9638-AECFEBFB074D}" srcOrd="1" destOrd="0" presId="urn:microsoft.com/office/officeart/2005/8/layout/radial1"/>
    <dgm:cxn modelId="{0788B924-089D-49CF-A251-0EF54DCF2070}" type="presOf" srcId="{D0F294B4-85EC-4DA5-AF0D-8BEC90A26A0C}" destId="{9549DAC4-84E1-4D61-903F-057A3A03B8CE}" srcOrd="0" destOrd="0" presId="urn:microsoft.com/office/officeart/2005/8/layout/radial1"/>
    <dgm:cxn modelId="{0E0D212A-DEE4-476C-B067-A0FB43E32EE9}" type="presOf" srcId="{1996D6CC-3A89-4418-967F-BCDC39A49AE8}" destId="{712F19BD-447E-4EAA-BE7C-579DC954F8CB}" srcOrd="0" destOrd="0" presId="urn:microsoft.com/office/officeart/2005/8/layout/radial1"/>
    <dgm:cxn modelId="{FDF2CE2B-E270-4713-87EF-434EB334ED0E}" type="presOf" srcId="{6249C56D-CE6D-451D-82F8-1F1CEC557395}" destId="{ADA7E95C-5B99-4DCD-8BF1-44008362BDB1}" srcOrd="0" destOrd="0" presId="urn:microsoft.com/office/officeart/2005/8/layout/radial1"/>
    <dgm:cxn modelId="{860FCD58-B6A7-4265-9301-CE272CE374BB}" type="presOf" srcId="{6ABA3628-F279-4352-A8D4-0CDF139E222C}" destId="{718F1E11-C116-4501-A228-EEBD25F72BF0}" srcOrd="0" destOrd="0" presId="urn:microsoft.com/office/officeart/2005/8/layout/radial1"/>
    <dgm:cxn modelId="{7F2F196E-4F15-46F9-AD36-203761C9CE57}" type="presOf" srcId="{0CEAA366-4CE8-49C2-AA08-B7A3D914FB76}" destId="{15052145-3833-4ABD-8AF6-D1E194A8AE75}" srcOrd="0" destOrd="0" presId="urn:microsoft.com/office/officeart/2005/8/layout/radial1"/>
    <dgm:cxn modelId="{3E6E1576-B4B1-49D8-A080-8F687BFD3731}" srcId="{0CEAA366-4CE8-49C2-AA08-B7A3D914FB76}" destId="{1996D6CC-3A89-4418-967F-BCDC39A49AE8}" srcOrd="0" destOrd="0" parTransId="{EFD413AE-8551-422C-BF63-1BD60A787C00}" sibTransId="{9A261684-9705-496C-8992-190EA5F91A60}"/>
    <dgm:cxn modelId="{97CCC37D-C2BD-4F5F-A308-6D43CA78E581}" srcId="{0CEAA366-4CE8-49C2-AA08-B7A3D914FB76}" destId="{BE16D2B0-1DE4-4973-8B8B-588A7D7622B6}" srcOrd="1" destOrd="0" parTransId="{BFC0E250-89CD-4F5A-8E2A-5FF4BAD1307F}" sibTransId="{37EBB8F5-AF4E-42F4-BD3C-D1C847F992CF}"/>
    <dgm:cxn modelId="{1743657F-43CB-4D3E-92DE-82824F83D47A}" type="presOf" srcId="{BFC0E250-89CD-4F5A-8E2A-5FF4BAD1307F}" destId="{6BFE84D7-240A-4D41-97A9-711C7F81D71C}" srcOrd="1" destOrd="0" presId="urn:microsoft.com/office/officeart/2005/8/layout/radial1"/>
    <dgm:cxn modelId="{7125AD7F-81E7-422F-B6C7-DD9073D93814}" type="presOf" srcId="{E0954B0B-EBAC-4A12-8A6F-C17A2FF4FF2D}" destId="{19243116-7A4C-460A-AB35-613F1848B8FC}" srcOrd="1" destOrd="0" presId="urn:microsoft.com/office/officeart/2005/8/layout/radial1"/>
    <dgm:cxn modelId="{37718080-A5C6-4BF7-AF09-BCDA82E0B412}" srcId="{0CEAA366-4CE8-49C2-AA08-B7A3D914FB76}" destId="{D0F294B4-85EC-4DA5-AF0D-8BEC90A26A0C}" srcOrd="2" destOrd="0" parTransId="{6FDEA82E-EA3F-4BA1-8116-0C8EDB842B35}" sibTransId="{99646BC5-D00D-4947-8255-42238C6C8415}"/>
    <dgm:cxn modelId="{C2EAC19D-398E-4B35-80D4-227D2194214F}" srcId="{0CEAA366-4CE8-49C2-AA08-B7A3D914FB76}" destId="{6ABA3628-F279-4352-A8D4-0CDF139E222C}" srcOrd="3" destOrd="0" parTransId="{E0954B0B-EBAC-4A12-8A6F-C17A2FF4FF2D}" sibTransId="{1EC55D69-BEF2-483F-B682-4A8019AF32F4}"/>
    <dgm:cxn modelId="{1E87FFA3-8FF1-4B4E-B152-EA4EDC8F91D7}" type="presOf" srcId="{E0954B0B-EBAC-4A12-8A6F-C17A2FF4FF2D}" destId="{1977AFD5-B20B-4960-8843-1C697DBDE0EF}" srcOrd="0" destOrd="0" presId="urn:microsoft.com/office/officeart/2005/8/layout/radial1"/>
    <dgm:cxn modelId="{BA4010BD-1623-4DE5-ACC9-1570CE3BC394}" type="presOf" srcId="{6FDEA82E-EA3F-4BA1-8116-0C8EDB842B35}" destId="{6E5CDE7B-FA4B-4D48-810D-E7EA17B30162}" srcOrd="0" destOrd="0" presId="urn:microsoft.com/office/officeart/2005/8/layout/radial1"/>
    <dgm:cxn modelId="{C71D22EB-44DE-4E44-A49B-547AB9BAE9C5}" srcId="{6249C56D-CE6D-451D-82F8-1F1CEC557395}" destId="{0CEAA366-4CE8-49C2-AA08-B7A3D914FB76}" srcOrd="0" destOrd="0" parTransId="{EAFAAD00-C1AC-4660-8D02-54738BBC0D66}" sibTransId="{8E7ED1A4-8111-4EC8-9666-C5910AF8E754}"/>
    <dgm:cxn modelId="{AF6340F5-3049-4050-B6C2-1905EAE854DB}" type="presOf" srcId="{BE16D2B0-1DE4-4973-8B8B-588A7D7622B6}" destId="{AAB23138-0FC4-4560-BC36-C4CDCCE9FE5F}" srcOrd="0" destOrd="0" presId="urn:microsoft.com/office/officeart/2005/8/layout/radial1"/>
    <dgm:cxn modelId="{19731490-FE97-417A-8C07-C4A44584252E}" type="presParOf" srcId="{ADA7E95C-5B99-4DCD-8BF1-44008362BDB1}" destId="{15052145-3833-4ABD-8AF6-D1E194A8AE75}" srcOrd="0" destOrd="0" presId="urn:microsoft.com/office/officeart/2005/8/layout/radial1"/>
    <dgm:cxn modelId="{30D9FC29-7ABC-4AB1-A704-D50C41D241BC}" type="presParOf" srcId="{ADA7E95C-5B99-4DCD-8BF1-44008362BDB1}" destId="{FD65F0DE-9D57-44B0-8A53-4757BBC9D8FB}" srcOrd="1" destOrd="0" presId="urn:microsoft.com/office/officeart/2005/8/layout/radial1"/>
    <dgm:cxn modelId="{44C9AEE2-70C8-408A-AA0B-028A945B7292}" type="presParOf" srcId="{FD65F0DE-9D57-44B0-8A53-4757BBC9D8FB}" destId="{AF84DF61-243F-4F3D-9536-B0BB8E79A55B}" srcOrd="0" destOrd="0" presId="urn:microsoft.com/office/officeart/2005/8/layout/radial1"/>
    <dgm:cxn modelId="{D23215D4-EAAF-4B44-80FD-7750B6288FE6}" type="presParOf" srcId="{ADA7E95C-5B99-4DCD-8BF1-44008362BDB1}" destId="{712F19BD-447E-4EAA-BE7C-579DC954F8CB}" srcOrd="2" destOrd="0" presId="urn:microsoft.com/office/officeart/2005/8/layout/radial1"/>
    <dgm:cxn modelId="{C96F0090-5FCE-47F4-926E-8A275E7A40C2}" type="presParOf" srcId="{ADA7E95C-5B99-4DCD-8BF1-44008362BDB1}" destId="{25262D1D-E899-4356-96D4-97DE824C7EE2}" srcOrd="3" destOrd="0" presId="urn:microsoft.com/office/officeart/2005/8/layout/radial1"/>
    <dgm:cxn modelId="{2B0B5969-BE6E-4614-9D83-44912E8CE24C}" type="presParOf" srcId="{25262D1D-E899-4356-96D4-97DE824C7EE2}" destId="{6BFE84D7-240A-4D41-97A9-711C7F81D71C}" srcOrd="0" destOrd="0" presId="urn:microsoft.com/office/officeart/2005/8/layout/radial1"/>
    <dgm:cxn modelId="{50EF9B41-4617-4764-9A53-97C0AFB7C1D9}" type="presParOf" srcId="{ADA7E95C-5B99-4DCD-8BF1-44008362BDB1}" destId="{AAB23138-0FC4-4560-BC36-C4CDCCE9FE5F}" srcOrd="4" destOrd="0" presId="urn:microsoft.com/office/officeart/2005/8/layout/radial1"/>
    <dgm:cxn modelId="{1257EFAC-49EF-440C-A652-02FDABD497DA}" type="presParOf" srcId="{ADA7E95C-5B99-4DCD-8BF1-44008362BDB1}" destId="{6E5CDE7B-FA4B-4D48-810D-E7EA17B30162}" srcOrd="5" destOrd="0" presId="urn:microsoft.com/office/officeart/2005/8/layout/radial1"/>
    <dgm:cxn modelId="{FA4B7EC6-FD99-4229-95FD-021F19D86F87}" type="presParOf" srcId="{6E5CDE7B-FA4B-4D48-810D-E7EA17B30162}" destId="{452BDFF0-C06F-44D4-9638-AECFEBFB074D}" srcOrd="0" destOrd="0" presId="urn:microsoft.com/office/officeart/2005/8/layout/radial1"/>
    <dgm:cxn modelId="{FF27E0C3-3574-4B80-9D4F-5D9F612C4A69}" type="presParOf" srcId="{ADA7E95C-5B99-4DCD-8BF1-44008362BDB1}" destId="{9549DAC4-84E1-4D61-903F-057A3A03B8CE}" srcOrd="6" destOrd="0" presId="urn:microsoft.com/office/officeart/2005/8/layout/radial1"/>
    <dgm:cxn modelId="{4B0185D6-E5F4-4D83-8A88-A83E9F21A27F}" type="presParOf" srcId="{ADA7E95C-5B99-4DCD-8BF1-44008362BDB1}" destId="{1977AFD5-B20B-4960-8843-1C697DBDE0EF}" srcOrd="7" destOrd="0" presId="urn:microsoft.com/office/officeart/2005/8/layout/radial1"/>
    <dgm:cxn modelId="{442B4D50-D2C5-4690-BC51-E978A5E33990}" type="presParOf" srcId="{1977AFD5-B20B-4960-8843-1C697DBDE0EF}" destId="{19243116-7A4C-460A-AB35-613F1848B8FC}" srcOrd="0" destOrd="0" presId="urn:microsoft.com/office/officeart/2005/8/layout/radial1"/>
    <dgm:cxn modelId="{1C820728-7B5C-4463-9B93-3EAFF9BF4F05}" type="presParOf" srcId="{ADA7E95C-5B99-4DCD-8BF1-44008362BDB1}" destId="{718F1E11-C116-4501-A228-EEBD25F72BF0}" srcOrd="8" destOrd="0" presId="urn:microsoft.com/office/officeart/2005/8/layout/radial1"/>
  </dgm:cxnLst>
  <dgm:bg/>
  <dgm:whole>
    <a:ln w="6350"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49C56D-CE6D-451D-82F8-1F1CEC557395}" type="doc">
      <dgm:prSet loTypeId="urn:microsoft.com/office/officeart/2005/8/layout/radial3" loCatId="relationship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vi-VN"/>
        </a:p>
      </dgm:t>
    </dgm:pt>
    <dgm:pt modelId="{A2E97124-62B7-4C2E-A617-040F0322E0D4}">
      <dgm:prSet phldrT="[Text]" phldr="1"/>
      <dgm:spPr/>
      <dgm:t>
        <a:bodyPr/>
        <a:lstStyle/>
        <a:p>
          <a:endParaRPr lang="vi-VN"/>
        </a:p>
      </dgm:t>
    </dgm:pt>
    <dgm:pt modelId="{9FB26FF7-F69D-4DD4-9FD9-6FD915D5B7F0}" type="parTrans" cxnId="{4BF82CBA-0DC7-44C3-B276-88EA060C6232}">
      <dgm:prSet/>
      <dgm:spPr/>
      <dgm:t>
        <a:bodyPr/>
        <a:lstStyle/>
        <a:p>
          <a:endParaRPr lang="vi-VN"/>
        </a:p>
      </dgm:t>
    </dgm:pt>
    <dgm:pt modelId="{995574B1-C299-46F9-AAD9-412B95503757}" type="sibTrans" cxnId="{4BF82CBA-0DC7-44C3-B276-88EA060C6232}">
      <dgm:prSet/>
      <dgm:spPr/>
      <dgm:t>
        <a:bodyPr/>
        <a:lstStyle/>
        <a:p>
          <a:endParaRPr lang="vi-VN"/>
        </a:p>
      </dgm:t>
    </dgm:pt>
    <dgm:pt modelId="{5DDEA196-4C2A-4438-A6C7-BB8DF0C3B77F}">
      <dgm:prSet phldrT="[Text]" phldr="1"/>
      <dgm:spPr/>
      <dgm:t>
        <a:bodyPr/>
        <a:lstStyle/>
        <a:p>
          <a:endParaRPr lang="vi-VN"/>
        </a:p>
      </dgm:t>
    </dgm:pt>
    <dgm:pt modelId="{BCC35E76-B340-4F85-BD74-C03DA07A08D9}" type="parTrans" cxnId="{44311E1A-C307-4CBA-8D68-8B9CEA1D8A77}">
      <dgm:prSet/>
      <dgm:spPr/>
      <dgm:t>
        <a:bodyPr/>
        <a:lstStyle/>
        <a:p>
          <a:endParaRPr lang="vi-VN"/>
        </a:p>
      </dgm:t>
    </dgm:pt>
    <dgm:pt modelId="{F130D86B-7E15-408D-951B-A305EF20C040}" type="sibTrans" cxnId="{44311E1A-C307-4CBA-8D68-8B9CEA1D8A77}">
      <dgm:prSet/>
      <dgm:spPr/>
      <dgm:t>
        <a:bodyPr/>
        <a:lstStyle/>
        <a:p>
          <a:endParaRPr lang="vi-VN"/>
        </a:p>
      </dgm:t>
    </dgm:pt>
    <dgm:pt modelId="{685FB903-DFA3-406A-AF11-4820E531F86A}">
      <dgm:prSet phldrT="[Text]" phldr="1"/>
      <dgm:spPr/>
      <dgm:t>
        <a:bodyPr/>
        <a:lstStyle/>
        <a:p>
          <a:endParaRPr lang="vi-VN"/>
        </a:p>
      </dgm:t>
    </dgm:pt>
    <dgm:pt modelId="{4F6AE53F-2521-4E96-94C9-3A186E8C9E1D}" type="parTrans" cxnId="{EDB1FA25-7213-4702-A708-94157510657A}">
      <dgm:prSet/>
      <dgm:spPr/>
      <dgm:t>
        <a:bodyPr/>
        <a:lstStyle/>
        <a:p>
          <a:endParaRPr lang="vi-VN"/>
        </a:p>
      </dgm:t>
    </dgm:pt>
    <dgm:pt modelId="{E9FA5670-639C-44E0-86FE-05D0D099DAAC}" type="sibTrans" cxnId="{EDB1FA25-7213-4702-A708-94157510657A}">
      <dgm:prSet/>
      <dgm:spPr/>
      <dgm:t>
        <a:bodyPr/>
        <a:lstStyle/>
        <a:p>
          <a:endParaRPr lang="vi-VN"/>
        </a:p>
      </dgm:t>
    </dgm:pt>
    <dgm:pt modelId="{83A08918-7B1B-497E-944F-6DCF47BD3122}">
      <dgm:prSet phldrT="[Text]" phldr="1"/>
      <dgm:spPr/>
      <dgm:t>
        <a:bodyPr/>
        <a:lstStyle/>
        <a:p>
          <a:endParaRPr lang="vi-VN"/>
        </a:p>
      </dgm:t>
    </dgm:pt>
    <dgm:pt modelId="{E402C3AD-6C7B-4D2E-8182-BDE79FBC837C}" type="parTrans" cxnId="{F2733940-FE7C-46D6-9668-BEFA59746743}">
      <dgm:prSet/>
      <dgm:spPr/>
      <dgm:t>
        <a:bodyPr/>
        <a:lstStyle/>
        <a:p>
          <a:endParaRPr lang="vi-VN"/>
        </a:p>
      </dgm:t>
    </dgm:pt>
    <dgm:pt modelId="{2A797E9E-268E-48D1-B4BB-1CAF53B25B2E}" type="sibTrans" cxnId="{F2733940-FE7C-46D6-9668-BEFA59746743}">
      <dgm:prSet/>
      <dgm:spPr/>
      <dgm:t>
        <a:bodyPr/>
        <a:lstStyle/>
        <a:p>
          <a:endParaRPr lang="vi-VN"/>
        </a:p>
      </dgm:t>
    </dgm:pt>
    <dgm:pt modelId="{C5B2C449-FA92-4CBB-9544-E6C5687D890F}">
      <dgm:prSet phldrT="[Text]" phldr="1"/>
      <dgm:spPr/>
      <dgm:t>
        <a:bodyPr/>
        <a:lstStyle/>
        <a:p>
          <a:endParaRPr lang="vi-VN"/>
        </a:p>
      </dgm:t>
    </dgm:pt>
    <dgm:pt modelId="{A315F56C-EC85-488A-8F1C-2D31FFAAD0DC}" type="parTrans" cxnId="{7880BABA-135F-4028-A689-0B4D467E965A}">
      <dgm:prSet/>
      <dgm:spPr/>
      <dgm:t>
        <a:bodyPr/>
        <a:lstStyle/>
        <a:p>
          <a:endParaRPr lang="vi-VN"/>
        </a:p>
      </dgm:t>
    </dgm:pt>
    <dgm:pt modelId="{9AA18EFB-9CA6-44DB-AECD-8B9A186323A3}" type="sibTrans" cxnId="{7880BABA-135F-4028-A689-0B4D467E965A}">
      <dgm:prSet/>
      <dgm:spPr/>
      <dgm:t>
        <a:bodyPr/>
        <a:lstStyle/>
        <a:p>
          <a:endParaRPr lang="vi-VN"/>
        </a:p>
      </dgm:t>
    </dgm:pt>
    <dgm:pt modelId="{7074D750-3B09-4909-AF75-2997D136885D}" type="pres">
      <dgm:prSet presAssocID="{6249C56D-CE6D-451D-82F8-1F1CEC557395}" presName="composite" presStyleCnt="0">
        <dgm:presLayoutVars>
          <dgm:chMax val="1"/>
          <dgm:dir/>
          <dgm:resizeHandles val="exact"/>
        </dgm:presLayoutVars>
      </dgm:prSet>
      <dgm:spPr/>
    </dgm:pt>
    <dgm:pt modelId="{8F80980F-F89F-4887-8DF0-E078E1AEFBCF}" type="pres">
      <dgm:prSet presAssocID="{6249C56D-CE6D-451D-82F8-1F1CEC557395}" presName="radial" presStyleCnt="0">
        <dgm:presLayoutVars>
          <dgm:animLvl val="ctr"/>
        </dgm:presLayoutVars>
      </dgm:prSet>
      <dgm:spPr/>
    </dgm:pt>
    <dgm:pt modelId="{5AD77D51-96A7-4C71-BB59-270D83ECB9B8}" type="pres">
      <dgm:prSet presAssocID="{A2E97124-62B7-4C2E-A617-040F0322E0D4}" presName="centerShape" presStyleLbl="vennNode1" presStyleIdx="0" presStyleCnt="5"/>
      <dgm:spPr/>
    </dgm:pt>
    <dgm:pt modelId="{9E76CE86-0161-4957-918D-059EBB0452C2}" type="pres">
      <dgm:prSet presAssocID="{5DDEA196-4C2A-4438-A6C7-BB8DF0C3B77F}" presName="node" presStyleLbl="vennNode1" presStyleIdx="1" presStyleCnt="5">
        <dgm:presLayoutVars>
          <dgm:bulletEnabled val="1"/>
        </dgm:presLayoutVars>
      </dgm:prSet>
      <dgm:spPr/>
    </dgm:pt>
    <dgm:pt modelId="{F1742899-E858-4A55-B602-54E01ED55079}" type="pres">
      <dgm:prSet presAssocID="{685FB903-DFA3-406A-AF11-4820E531F86A}" presName="node" presStyleLbl="vennNode1" presStyleIdx="2" presStyleCnt="5">
        <dgm:presLayoutVars>
          <dgm:bulletEnabled val="1"/>
        </dgm:presLayoutVars>
      </dgm:prSet>
      <dgm:spPr/>
    </dgm:pt>
    <dgm:pt modelId="{49C222A9-3AEC-4C5C-8887-5C570BB8C7BB}" type="pres">
      <dgm:prSet presAssocID="{83A08918-7B1B-497E-944F-6DCF47BD3122}" presName="node" presStyleLbl="vennNode1" presStyleIdx="3" presStyleCnt="5">
        <dgm:presLayoutVars>
          <dgm:bulletEnabled val="1"/>
        </dgm:presLayoutVars>
      </dgm:prSet>
      <dgm:spPr/>
    </dgm:pt>
    <dgm:pt modelId="{5F12DC5F-05BA-448B-AFA8-8B42E9F27A89}" type="pres">
      <dgm:prSet presAssocID="{C5B2C449-FA92-4CBB-9544-E6C5687D890F}" presName="node" presStyleLbl="vennNode1" presStyleIdx="4" presStyleCnt="5">
        <dgm:presLayoutVars>
          <dgm:bulletEnabled val="1"/>
        </dgm:presLayoutVars>
      </dgm:prSet>
      <dgm:spPr/>
    </dgm:pt>
  </dgm:ptLst>
  <dgm:cxnLst>
    <dgm:cxn modelId="{44311E1A-C307-4CBA-8D68-8B9CEA1D8A77}" srcId="{A2E97124-62B7-4C2E-A617-040F0322E0D4}" destId="{5DDEA196-4C2A-4438-A6C7-BB8DF0C3B77F}" srcOrd="0" destOrd="0" parTransId="{BCC35E76-B340-4F85-BD74-C03DA07A08D9}" sibTransId="{F130D86B-7E15-408D-951B-A305EF20C040}"/>
    <dgm:cxn modelId="{EDB1FA25-7213-4702-A708-94157510657A}" srcId="{A2E97124-62B7-4C2E-A617-040F0322E0D4}" destId="{685FB903-DFA3-406A-AF11-4820E531F86A}" srcOrd="1" destOrd="0" parTransId="{4F6AE53F-2521-4E96-94C9-3A186E8C9E1D}" sibTransId="{E9FA5670-639C-44E0-86FE-05D0D099DAAC}"/>
    <dgm:cxn modelId="{403CBA28-B1C9-4F0C-AB1F-A918F73FB3B9}" type="presOf" srcId="{5DDEA196-4C2A-4438-A6C7-BB8DF0C3B77F}" destId="{9E76CE86-0161-4957-918D-059EBB0452C2}" srcOrd="0" destOrd="0" presId="urn:microsoft.com/office/officeart/2005/8/layout/radial3"/>
    <dgm:cxn modelId="{AC6BD13A-5567-4590-9AC8-22196698C6A1}" type="presOf" srcId="{83A08918-7B1B-497E-944F-6DCF47BD3122}" destId="{49C222A9-3AEC-4C5C-8887-5C570BB8C7BB}" srcOrd="0" destOrd="0" presId="urn:microsoft.com/office/officeart/2005/8/layout/radial3"/>
    <dgm:cxn modelId="{F2733940-FE7C-46D6-9668-BEFA59746743}" srcId="{A2E97124-62B7-4C2E-A617-040F0322E0D4}" destId="{83A08918-7B1B-497E-944F-6DCF47BD3122}" srcOrd="2" destOrd="0" parTransId="{E402C3AD-6C7B-4D2E-8182-BDE79FBC837C}" sibTransId="{2A797E9E-268E-48D1-B4BB-1CAF53B25B2E}"/>
    <dgm:cxn modelId="{C0B9614D-B9EE-4412-9FF8-F3DAB84F7EB1}" type="presOf" srcId="{C5B2C449-FA92-4CBB-9544-E6C5687D890F}" destId="{5F12DC5F-05BA-448B-AFA8-8B42E9F27A89}" srcOrd="0" destOrd="0" presId="urn:microsoft.com/office/officeart/2005/8/layout/radial3"/>
    <dgm:cxn modelId="{D1DF8E96-2B33-497F-846B-B95ADE8BEA98}" type="presOf" srcId="{685FB903-DFA3-406A-AF11-4820E531F86A}" destId="{F1742899-E858-4A55-B602-54E01ED55079}" srcOrd="0" destOrd="0" presId="urn:microsoft.com/office/officeart/2005/8/layout/radial3"/>
    <dgm:cxn modelId="{321845B5-EF70-4708-9991-FC43A61B1804}" type="presOf" srcId="{A2E97124-62B7-4C2E-A617-040F0322E0D4}" destId="{5AD77D51-96A7-4C71-BB59-270D83ECB9B8}" srcOrd="0" destOrd="0" presId="urn:microsoft.com/office/officeart/2005/8/layout/radial3"/>
    <dgm:cxn modelId="{4BF82CBA-0DC7-44C3-B276-88EA060C6232}" srcId="{6249C56D-CE6D-451D-82F8-1F1CEC557395}" destId="{A2E97124-62B7-4C2E-A617-040F0322E0D4}" srcOrd="0" destOrd="0" parTransId="{9FB26FF7-F69D-4DD4-9FD9-6FD915D5B7F0}" sibTransId="{995574B1-C299-46F9-AAD9-412B95503757}"/>
    <dgm:cxn modelId="{7880BABA-135F-4028-A689-0B4D467E965A}" srcId="{A2E97124-62B7-4C2E-A617-040F0322E0D4}" destId="{C5B2C449-FA92-4CBB-9544-E6C5687D890F}" srcOrd="3" destOrd="0" parTransId="{A315F56C-EC85-488A-8F1C-2D31FFAAD0DC}" sibTransId="{9AA18EFB-9CA6-44DB-AECD-8B9A186323A3}"/>
    <dgm:cxn modelId="{C11BAEE2-C400-4228-A536-2DACFDF12F6F}" type="presOf" srcId="{6249C56D-CE6D-451D-82F8-1F1CEC557395}" destId="{7074D750-3B09-4909-AF75-2997D136885D}" srcOrd="0" destOrd="0" presId="urn:microsoft.com/office/officeart/2005/8/layout/radial3"/>
    <dgm:cxn modelId="{8AFD3B5F-6394-4FD8-BD98-137E516CC2E5}" type="presParOf" srcId="{7074D750-3B09-4909-AF75-2997D136885D}" destId="{8F80980F-F89F-4887-8DF0-E078E1AEFBCF}" srcOrd="0" destOrd="0" presId="urn:microsoft.com/office/officeart/2005/8/layout/radial3"/>
    <dgm:cxn modelId="{925CF512-C9EE-4F83-9410-88756935224D}" type="presParOf" srcId="{8F80980F-F89F-4887-8DF0-E078E1AEFBCF}" destId="{5AD77D51-96A7-4C71-BB59-270D83ECB9B8}" srcOrd="0" destOrd="0" presId="urn:microsoft.com/office/officeart/2005/8/layout/radial3"/>
    <dgm:cxn modelId="{D838172E-0BD8-4799-A366-688A6C7CC985}" type="presParOf" srcId="{8F80980F-F89F-4887-8DF0-E078E1AEFBCF}" destId="{9E76CE86-0161-4957-918D-059EBB0452C2}" srcOrd="1" destOrd="0" presId="urn:microsoft.com/office/officeart/2005/8/layout/radial3"/>
    <dgm:cxn modelId="{A4685839-8E53-4FE3-894B-C0BEAA5EF685}" type="presParOf" srcId="{8F80980F-F89F-4887-8DF0-E078E1AEFBCF}" destId="{F1742899-E858-4A55-B602-54E01ED55079}" srcOrd="2" destOrd="0" presId="urn:microsoft.com/office/officeart/2005/8/layout/radial3"/>
    <dgm:cxn modelId="{BF242DBB-FDA1-4D8C-A083-B9C06EB36A3C}" type="presParOf" srcId="{8F80980F-F89F-4887-8DF0-E078E1AEFBCF}" destId="{49C222A9-3AEC-4C5C-8887-5C570BB8C7BB}" srcOrd="3" destOrd="0" presId="urn:microsoft.com/office/officeart/2005/8/layout/radial3"/>
    <dgm:cxn modelId="{4372B0F5-50F6-4C65-9F52-7915F03E37D5}" type="presParOf" srcId="{8F80980F-F89F-4887-8DF0-E078E1AEFBCF}" destId="{5F12DC5F-05BA-448B-AFA8-8B42E9F27A89}" srcOrd="4" destOrd="0" presId="urn:microsoft.com/office/officeart/2005/8/layout/radial3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49C56D-CE6D-451D-82F8-1F1CEC557395}" type="doc">
      <dgm:prSet loTypeId="urn:microsoft.com/office/officeart/2005/8/layout/cycle6" loCatId="relationship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vi-VN"/>
        </a:p>
      </dgm:t>
    </dgm:pt>
    <dgm:pt modelId="{1480D994-1116-4F47-8B07-811D4C2FD091}">
      <dgm:prSet phldrT="[Text]" phldr="1"/>
      <dgm:spPr/>
      <dgm:t>
        <a:bodyPr/>
        <a:lstStyle/>
        <a:p>
          <a:endParaRPr lang="vi-VN"/>
        </a:p>
      </dgm:t>
    </dgm:pt>
    <dgm:pt modelId="{C16AFC73-FDD4-4475-B3C2-7B439CFD760A}" type="parTrans" cxnId="{A9DBDBCC-4E11-4736-B4E2-4E23DD5464EF}">
      <dgm:prSet/>
      <dgm:spPr/>
      <dgm:t>
        <a:bodyPr/>
        <a:lstStyle/>
        <a:p>
          <a:endParaRPr lang="vi-VN"/>
        </a:p>
      </dgm:t>
    </dgm:pt>
    <dgm:pt modelId="{B656B309-7406-41A6-8F92-6DB7403A8369}" type="sibTrans" cxnId="{A9DBDBCC-4E11-4736-B4E2-4E23DD5464EF}">
      <dgm:prSet/>
      <dgm:spPr/>
      <dgm:t>
        <a:bodyPr/>
        <a:lstStyle/>
        <a:p>
          <a:endParaRPr lang="vi-VN"/>
        </a:p>
      </dgm:t>
    </dgm:pt>
    <dgm:pt modelId="{9AB8C52A-FB80-42DE-8F16-663BF651C78D}">
      <dgm:prSet phldrT="[Text]" phldr="1"/>
      <dgm:spPr/>
      <dgm:t>
        <a:bodyPr/>
        <a:lstStyle/>
        <a:p>
          <a:endParaRPr lang="vi-VN"/>
        </a:p>
      </dgm:t>
    </dgm:pt>
    <dgm:pt modelId="{6F9D2127-CE46-4647-8D98-B21B6F35565B}" type="parTrans" cxnId="{FCE97D8F-7F2D-496D-80D5-79C92CD6CCE2}">
      <dgm:prSet/>
      <dgm:spPr/>
      <dgm:t>
        <a:bodyPr/>
        <a:lstStyle/>
        <a:p>
          <a:endParaRPr lang="vi-VN"/>
        </a:p>
      </dgm:t>
    </dgm:pt>
    <dgm:pt modelId="{23894B55-D50A-4FCF-A407-6366AB2046DC}" type="sibTrans" cxnId="{FCE97D8F-7F2D-496D-80D5-79C92CD6CCE2}">
      <dgm:prSet/>
      <dgm:spPr/>
      <dgm:t>
        <a:bodyPr/>
        <a:lstStyle/>
        <a:p>
          <a:endParaRPr lang="vi-VN"/>
        </a:p>
      </dgm:t>
    </dgm:pt>
    <dgm:pt modelId="{C96DAD24-5E83-4938-8BAF-19EDB198FFDD}">
      <dgm:prSet phldrT="[Text]" phldr="1"/>
      <dgm:spPr/>
      <dgm:t>
        <a:bodyPr/>
        <a:lstStyle/>
        <a:p>
          <a:endParaRPr lang="vi-VN"/>
        </a:p>
      </dgm:t>
    </dgm:pt>
    <dgm:pt modelId="{FC6E49F4-5089-43D8-9DAB-A86470C06B3F}" type="parTrans" cxnId="{A4E0F1FB-207E-4396-A09A-D530F6EEA495}">
      <dgm:prSet/>
      <dgm:spPr/>
      <dgm:t>
        <a:bodyPr/>
        <a:lstStyle/>
        <a:p>
          <a:endParaRPr lang="vi-VN"/>
        </a:p>
      </dgm:t>
    </dgm:pt>
    <dgm:pt modelId="{C4184786-BC19-4E73-B6D8-968D757B9879}" type="sibTrans" cxnId="{A4E0F1FB-207E-4396-A09A-D530F6EEA495}">
      <dgm:prSet/>
      <dgm:spPr/>
      <dgm:t>
        <a:bodyPr/>
        <a:lstStyle/>
        <a:p>
          <a:endParaRPr lang="vi-VN"/>
        </a:p>
      </dgm:t>
    </dgm:pt>
    <dgm:pt modelId="{406CA1AF-2024-435D-92E8-54C3D702090B}">
      <dgm:prSet phldrT="[Text]" phldr="1"/>
      <dgm:spPr/>
      <dgm:t>
        <a:bodyPr/>
        <a:lstStyle/>
        <a:p>
          <a:endParaRPr lang="vi-VN"/>
        </a:p>
      </dgm:t>
    </dgm:pt>
    <dgm:pt modelId="{AAD5E91C-CA6F-4F16-9595-F396ADF1D60C}" type="parTrans" cxnId="{739B7D56-281E-455F-BDAE-C6992A3DB608}">
      <dgm:prSet/>
      <dgm:spPr/>
      <dgm:t>
        <a:bodyPr/>
        <a:lstStyle/>
        <a:p>
          <a:endParaRPr lang="vi-VN"/>
        </a:p>
      </dgm:t>
    </dgm:pt>
    <dgm:pt modelId="{DFB46AAC-0A6F-42CA-9010-A24D5FD03AFB}" type="sibTrans" cxnId="{739B7D56-281E-455F-BDAE-C6992A3DB608}">
      <dgm:prSet/>
      <dgm:spPr/>
      <dgm:t>
        <a:bodyPr/>
        <a:lstStyle/>
        <a:p>
          <a:endParaRPr lang="vi-VN"/>
        </a:p>
      </dgm:t>
    </dgm:pt>
    <dgm:pt modelId="{410C31B2-5D12-4DA3-BA8E-EFB60EFBF9F3}">
      <dgm:prSet phldrT="[Text]" phldr="1"/>
      <dgm:spPr/>
      <dgm:t>
        <a:bodyPr/>
        <a:lstStyle/>
        <a:p>
          <a:endParaRPr lang="vi-VN"/>
        </a:p>
      </dgm:t>
    </dgm:pt>
    <dgm:pt modelId="{64A369D1-2E1E-40F0-A160-9B5EA70D8C48}" type="parTrans" cxnId="{DA061B13-1E2A-4529-BF0D-5BB5BA270B05}">
      <dgm:prSet/>
      <dgm:spPr/>
      <dgm:t>
        <a:bodyPr/>
        <a:lstStyle/>
        <a:p>
          <a:endParaRPr lang="vi-VN"/>
        </a:p>
      </dgm:t>
    </dgm:pt>
    <dgm:pt modelId="{EAEE5EFF-B2E1-4210-99E9-610D4FADB1A8}" type="sibTrans" cxnId="{DA061B13-1E2A-4529-BF0D-5BB5BA270B05}">
      <dgm:prSet/>
      <dgm:spPr/>
      <dgm:t>
        <a:bodyPr/>
        <a:lstStyle/>
        <a:p>
          <a:endParaRPr lang="vi-VN"/>
        </a:p>
      </dgm:t>
    </dgm:pt>
    <dgm:pt modelId="{24A963C5-DDF8-45CF-941E-F8AD16C4362F}" type="pres">
      <dgm:prSet presAssocID="{6249C56D-CE6D-451D-82F8-1F1CEC557395}" presName="cycle" presStyleCnt="0">
        <dgm:presLayoutVars>
          <dgm:dir/>
          <dgm:resizeHandles val="exact"/>
        </dgm:presLayoutVars>
      </dgm:prSet>
      <dgm:spPr/>
    </dgm:pt>
    <dgm:pt modelId="{6FB0DA32-92A9-46AB-9B00-DDE449401DF1}" type="pres">
      <dgm:prSet presAssocID="{1480D994-1116-4F47-8B07-811D4C2FD091}" presName="node" presStyleLbl="node1" presStyleIdx="0" presStyleCnt="5">
        <dgm:presLayoutVars>
          <dgm:bulletEnabled val="1"/>
        </dgm:presLayoutVars>
      </dgm:prSet>
      <dgm:spPr/>
    </dgm:pt>
    <dgm:pt modelId="{4851B38A-0964-4BE7-88E4-45CF4074369F}" type="pres">
      <dgm:prSet presAssocID="{1480D994-1116-4F47-8B07-811D4C2FD091}" presName="spNode" presStyleCnt="0"/>
      <dgm:spPr/>
    </dgm:pt>
    <dgm:pt modelId="{F9A9BD40-E5C8-4180-9E5E-F9CE9D96317D}" type="pres">
      <dgm:prSet presAssocID="{B656B309-7406-41A6-8F92-6DB7403A8369}" presName="sibTrans" presStyleLbl="sibTrans1D1" presStyleIdx="0" presStyleCnt="5"/>
      <dgm:spPr/>
    </dgm:pt>
    <dgm:pt modelId="{A7588D27-26A8-49A8-A403-E19962593421}" type="pres">
      <dgm:prSet presAssocID="{9AB8C52A-FB80-42DE-8F16-663BF651C78D}" presName="node" presStyleLbl="node1" presStyleIdx="1" presStyleCnt="5">
        <dgm:presLayoutVars>
          <dgm:bulletEnabled val="1"/>
        </dgm:presLayoutVars>
      </dgm:prSet>
      <dgm:spPr/>
    </dgm:pt>
    <dgm:pt modelId="{15656E4A-4F38-4974-BA52-4141B731693B}" type="pres">
      <dgm:prSet presAssocID="{9AB8C52A-FB80-42DE-8F16-663BF651C78D}" presName="spNode" presStyleCnt="0"/>
      <dgm:spPr/>
    </dgm:pt>
    <dgm:pt modelId="{FF3369BB-6F39-46A9-B03E-471C1A0D50F4}" type="pres">
      <dgm:prSet presAssocID="{23894B55-D50A-4FCF-A407-6366AB2046DC}" presName="sibTrans" presStyleLbl="sibTrans1D1" presStyleIdx="1" presStyleCnt="5"/>
      <dgm:spPr/>
    </dgm:pt>
    <dgm:pt modelId="{6138710A-8FE6-4BB9-9295-30BB3185EC05}" type="pres">
      <dgm:prSet presAssocID="{C96DAD24-5E83-4938-8BAF-19EDB198FFDD}" presName="node" presStyleLbl="node1" presStyleIdx="2" presStyleCnt="5">
        <dgm:presLayoutVars>
          <dgm:bulletEnabled val="1"/>
        </dgm:presLayoutVars>
      </dgm:prSet>
      <dgm:spPr/>
    </dgm:pt>
    <dgm:pt modelId="{2E6B3C17-4CF2-4839-B160-5B7BFD56F968}" type="pres">
      <dgm:prSet presAssocID="{C96DAD24-5E83-4938-8BAF-19EDB198FFDD}" presName="spNode" presStyleCnt="0"/>
      <dgm:spPr/>
    </dgm:pt>
    <dgm:pt modelId="{EAD6E4A7-1A4F-4615-B02E-5E3A1CEC8B35}" type="pres">
      <dgm:prSet presAssocID="{C4184786-BC19-4E73-B6D8-968D757B9879}" presName="sibTrans" presStyleLbl="sibTrans1D1" presStyleIdx="2" presStyleCnt="5"/>
      <dgm:spPr/>
    </dgm:pt>
    <dgm:pt modelId="{E57E84E8-D71D-415A-8694-8AB6361B972E}" type="pres">
      <dgm:prSet presAssocID="{406CA1AF-2024-435D-92E8-54C3D702090B}" presName="node" presStyleLbl="node1" presStyleIdx="3" presStyleCnt="5">
        <dgm:presLayoutVars>
          <dgm:bulletEnabled val="1"/>
        </dgm:presLayoutVars>
      </dgm:prSet>
      <dgm:spPr/>
    </dgm:pt>
    <dgm:pt modelId="{4F4452B1-21EF-4684-9574-6A53B53600E0}" type="pres">
      <dgm:prSet presAssocID="{406CA1AF-2024-435D-92E8-54C3D702090B}" presName="spNode" presStyleCnt="0"/>
      <dgm:spPr/>
    </dgm:pt>
    <dgm:pt modelId="{5E878A77-F74E-4D3C-9CCA-184F5B478996}" type="pres">
      <dgm:prSet presAssocID="{DFB46AAC-0A6F-42CA-9010-A24D5FD03AFB}" presName="sibTrans" presStyleLbl="sibTrans1D1" presStyleIdx="3" presStyleCnt="5"/>
      <dgm:spPr/>
    </dgm:pt>
    <dgm:pt modelId="{6D8A57A2-1A3B-41A4-A8B8-A8DA40566C0C}" type="pres">
      <dgm:prSet presAssocID="{410C31B2-5D12-4DA3-BA8E-EFB60EFBF9F3}" presName="node" presStyleLbl="node1" presStyleIdx="4" presStyleCnt="5">
        <dgm:presLayoutVars>
          <dgm:bulletEnabled val="1"/>
        </dgm:presLayoutVars>
      </dgm:prSet>
      <dgm:spPr/>
    </dgm:pt>
    <dgm:pt modelId="{62F69304-0C1F-4A51-9E25-D3A478EA952D}" type="pres">
      <dgm:prSet presAssocID="{410C31B2-5D12-4DA3-BA8E-EFB60EFBF9F3}" presName="spNode" presStyleCnt="0"/>
      <dgm:spPr/>
    </dgm:pt>
    <dgm:pt modelId="{F0C3B1EB-CAC0-4883-8ABD-87C35E5680F9}" type="pres">
      <dgm:prSet presAssocID="{EAEE5EFF-B2E1-4210-99E9-610D4FADB1A8}" presName="sibTrans" presStyleLbl="sibTrans1D1" presStyleIdx="4" presStyleCnt="5"/>
      <dgm:spPr/>
    </dgm:pt>
  </dgm:ptLst>
  <dgm:cxnLst>
    <dgm:cxn modelId="{DA061B13-1E2A-4529-BF0D-5BB5BA270B05}" srcId="{6249C56D-CE6D-451D-82F8-1F1CEC557395}" destId="{410C31B2-5D12-4DA3-BA8E-EFB60EFBF9F3}" srcOrd="4" destOrd="0" parTransId="{64A369D1-2E1E-40F0-A160-9B5EA70D8C48}" sibTransId="{EAEE5EFF-B2E1-4210-99E9-610D4FADB1A8}"/>
    <dgm:cxn modelId="{18E91517-77E1-40B7-8B4D-FA66975CF9C2}" type="presOf" srcId="{1480D994-1116-4F47-8B07-811D4C2FD091}" destId="{6FB0DA32-92A9-46AB-9B00-DDE449401DF1}" srcOrd="0" destOrd="0" presId="urn:microsoft.com/office/officeart/2005/8/layout/cycle6"/>
    <dgm:cxn modelId="{739B7D56-281E-455F-BDAE-C6992A3DB608}" srcId="{6249C56D-CE6D-451D-82F8-1F1CEC557395}" destId="{406CA1AF-2024-435D-92E8-54C3D702090B}" srcOrd="3" destOrd="0" parTransId="{AAD5E91C-CA6F-4F16-9595-F396ADF1D60C}" sibTransId="{DFB46AAC-0A6F-42CA-9010-A24D5FD03AFB}"/>
    <dgm:cxn modelId="{FF208C65-49BD-4663-BD88-874D05B4B1C2}" type="presOf" srcId="{C96DAD24-5E83-4938-8BAF-19EDB198FFDD}" destId="{6138710A-8FE6-4BB9-9295-30BB3185EC05}" srcOrd="0" destOrd="0" presId="urn:microsoft.com/office/officeart/2005/8/layout/cycle6"/>
    <dgm:cxn modelId="{7E5F1A66-29CD-436C-874C-655F73A57A5C}" type="presOf" srcId="{EAEE5EFF-B2E1-4210-99E9-610D4FADB1A8}" destId="{F0C3B1EB-CAC0-4883-8ABD-87C35E5680F9}" srcOrd="0" destOrd="0" presId="urn:microsoft.com/office/officeart/2005/8/layout/cycle6"/>
    <dgm:cxn modelId="{FCE97D8F-7F2D-496D-80D5-79C92CD6CCE2}" srcId="{6249C56D-CE6D-451D-82F8-1F1CEC557395}" destId="{9AB8C52A-FB80-42DE-8F16-663BF651C78D}" srcOrd="1" destOrd="0" parTransId="{6F9D2127-CE46-4647-8D98-B21B6F35565B}" sibTransId="{23894B55-D50A-4FCF-A407-6366AB2046DC}"/>
    <dgm:cxn modelId="{2FF2A295-7468-48CF-BAE2-B73826ACEECE}" type="presOf" srcId="{DFB46AAC-0A6F-42CA-9010-A24D5FD03AFB}" destId="{5E878A77-F74E-4D3C-9CCA-184F5B478996}" srcOrd="0" destOrd="0" presId="urn:microsoft.com/office/officeart/2005/8/layout/cycle6"/>
    <dgm:cxn modelId="{54BE2CA8-AB9F-4BA6-9116-F434A88D1FFA}" type="presOf" srcId="{C4184786-BC19-4E73-B6D8-968D757B9879}" destId="{EAD6E4A7-1A4F-4615-B02E-5E3A1CEC8B35}" srcOrd="0" destOrd="0" presId="urn:microsoft.com/office/officeart/2005/8/layout/cycle6"/>
    <dgm:cxn modelId="{5B5645AC-3043-40D8-B344-9CD8F91B9973}" type="presOf" srcId="{410C31B2-5D12-4DA3-BA8E-EFB60EFBF9F3}" destId="{6D8A57A2-1A3B-41A4-A8B8-A8DA40566C0C}" srcOrd="0" destOrd="0" presId="urn:microsoft.com/office/officeart/2005/8/layout/cycle6"/>
    <dgm:cxn modelId="{5A9B68AE-F750-4C5A-B3B6-823CAC5080E0}" type="presOf" srcId="{9AB8C52A-FB80-42DE-8F16-663BF651C78D}" destId="{A7588D27-26A8-49A8-A403-E19962593421}" srcOrd="0" destOrd="0" presId="urn:microsoft.com/office/officeart/2005/8/layout/cycle6"/>
    <dgm:cxn modelId="{CEDF96B2-796B-4435-A309-42B34CD7862F}" type="presOf" srcId="{6249C56D-CE6D-451D-82F8-1F1CEC557395}" destId="{24A963C5-DDF8-45CF-941E-F8AD16C4362F}" srcOrd="0" destOrd="0" presId="urn:microsoft.com/office/officeart/2005/8/layout/cycle6"/>
    <dgm:cxn modelId="{028F70B7-C19D-4AEF-AB67-9C15400D02E1}" type="presOf" srcId="{23894B55-D50A-4FCF-A407-6366AB2046DC}" destId="{FF3369BB-6F39-46A9-B03E-471C1A0D50F4}" srcOrd="0" destOrd="0" presId="urn:microsoft.com/office/officeart/2005/8/layout/cycle6"/>
    <dgm:cxn modelId="{1AC44DBF-7FCD-49F5-8B53-E6BCAA247F17}" type="presOf" srcId="{406CA1AF-2024-435D-92E8-54C3D702090B}" destId="{E57E84E8-D71D-415A-8694-8AB6361B972E}" srcOrd="0" destOrd="0" presId="urn:microsoft.com/office/officeart/2005/8/layout/cycle6"/>
    <dgm:cxn modelId="{A9DBDBCC-4E11-4736-B4E2-4E23DD5464EF}" srcId="{6249C56D-CE6D-451D-82F8-1F1CEC557395}" destId="{1480D994-1116-4F47-8B07-811D4C2FD091}" srcOrd="0" destOrd="0" parTransId="{C16AFC73-FDD4-4475-B3C2-7B439CFD760A}" sibTransId="{B656B309-7406-41A6-8F92-6DB7403A8369}"/>
    <dgm:cxn modelId="{75E216E2-9F7C-480C-A01A-9EB69905DBDD}" type="presOf" srcId="{B656B309-7406-41A6-8F92-6DB7403A8369}" destId="{F9A9BD40-E5C8-4180-9E5E-F9CE9D96317D}" srcOrd="0" destOrd="0" presId="urn:microsoft.com/office/officeart/2005/8/layout/cycle6"/>
    <dgm:cxn modelId="{A4E0F1FB-207E-4396-A09A-D530F6EEA495}" srcId="{6249C56D-CE6D-451D-82F8-1F1CEC557395}" destId="{C96DAD24-5E83-4938-8BAF-19EDB198FFDD}" srcOrd="2" destOrd="0" parTransId="{FC6E49F4-5089-43D8-9DAB-A86470C06B3F}" sibTransId="{C4184786-BC19-4E73-B6D8-968D757B9879}"/>
    <dgm:cxn modelId="{78B6E650-47A7-4F7A-977F-2C5CDA8784B9}" type="presParOf" srcId="{24A963C5-DDF8-45CF-941E-F8AD16C4362F}" destId="{6FB0DA32-92A9-46AB-9B00-DDE449401DF1}" srcOrd="0" destOrd="0" presId="urn:microsoft.com/office/officeart/2005/8/layout/cycle6"/>
    <dgm:cxn modelId="{04A7C292-7201-425B-96C5-DF6F607F1476}" type="presParOf" srcId="{24A963C5-DDF8-45CF-941E-F8AD16C4362F}" destId="{4851B38A-0964-4BE7-88E4-45CF4074369F}" srcOrd="1" destOrd="0" presId="urn:microsoft.com/office/officeart/2005/8/layout/cycle6"/>
    <dgm:cxn modelId="{67FCE244-2288-4CA1-B0D1-BF44FBDF9B95}" type="presParOf" srcId="{24A963C5-DDF8-45CF-941E-F8AD16C4362F}" destId="{F9A9BD40-E5C8-4180-9E5E-F9CE9D96317D}" srcOrd="2" destOrd="0" presId="urn:microsoft.com/office/officeart/2005/8/layout/cycle6"/>
    <dgm:cxn modelId="{F008E4BF-4F4E-44FD-84E0-8AD1FD3F625E}" type="presParOf" srcId="{24A963C5-DDF8-45CF-941E-F8AD16C4362F}" destId="{A7588D27-26A8-49A8-A403-E19962593421}" srcOrd="3" destOrd="0" presId="urn:microsoft.com/office/officeart/2005/8/layout/cycle6"/>
    <dgm:cxn modelId="{994476F2-8F8F-4AB0-A726-4B444BDBAE8E}" type="presParOf" srcId="{24A963C5-DDF8-45CF-941E-F8AD16C4362F}" destId="{15656E4A-4F38-4974-BA52-4141B731693B}" srcOrd="4" destOrd="0" presId="urn:microsoft.com/office/officeart/2005/8/layout/cycle6"/>
    <dgm:cxn modelId="{C51681BF-BEC5-48E0-828E-679C252055F4}" type="presParOf" srcId="{24A963C5-DDF8-45CF-941E-F8AD16C4362F}" destId="{FF3369BB-6F39-46A9-B03E-471C1A0D50F4}" srcOrd="5" destOrd="0" presId="urn:microsoft.com/office/officeart/2005/8/layout/cycle6"/>
    <dgm:cxn modelId="{344834B9-5D8A-4E70-B201-59F89B6EA607}" type="presParOf" srcId="{24A963C5-DDF8-45CF-941E-F8AD16C4362F}" destId="{6138710A-8FE6-4BB9-9295-30BB3185EC05}" srcOrd="6" destOrd="0" presId="urn:microsoft.com/office/officeart/2005/8/layout/cycle6"/>
    <dgm:cxn modelId="{E2D55609-2C61-4521-88E6-2AD79AA3EE71}" type="presParOf" srcId="{24A963C5-DDF8-45CF-941E-F8AD16C4362F}" destId="{2E6B3C17-4CF2-4839-B160-5B7BFD56F968}" srcOrd="7" destOrd="0" presId="urn:microsoft.com/office/officeart/2005/8/layout/cycle6"/>
    <dgm:cxn modelId="{674F453D-FF6F-47D7-A2EA-CAC21E5FF5BF}" type="presParOf" srcId="{24A963C5-DDF8-45CF-941E-F8AD16C4362F}" destId="{EAD6E4A7-1A4F-4615-B02E-5E3A1CEC8B35}" srcOrd="8" destOrd="0" presId="urn:microsoft.com/office/officeart/2005/8/layout/cycle6"/>
    <dgm:cxn modelId="{92975358-F4F3-40D2-B869-51F0A5322C5B}" type="presParOf" srcId="{24A963C5-DDF8-45CF-941E-F8AD16C4362F}" destId="{E57E84E8-D71D-415A-8694-8AB6361B972E}" srcOrd="9" destOrd="0" presId="urn:microsoft.com/office/officeart/2005/8/layout/cycle6"/>
    <dgm:cxn modelId="{7C03D639-E8FF-490C-9224-24C0D10CB5B6}" type="presParOf" srcId="{24A963C5-DDF8-45CF-941E-F8AD16C4362F}" destId="{4F4452B1-21EF-4684-9574-6A53B53600E0}" srcOrd="10" destOrd="0" presId="urn:microsoft.com/office/officeart/2005/8/layout/cycle6"/>
    <dgm:cxn modelId="{4D48C7F7-6185-43A3-BACF-153E5C8B0DA2}" type="presParOf" srcId="{24A963C5-DDF8-45CF-941E-F8AD16C4362F}" destId="{5E878A77-F74E-4D3C-9CCA-184F5B478996}" srcOrd="11" destOrd="0" presId="urn:microsoft.com/office/officeart/2005/8/layout/cycle6"/>
    <dgm:cxn modelId="{8D6F41FE-6E62-4093-BAD6-7250162E92D1}" type="presParOf" srcId="{24A963C5-DDF8-45CF-941E-F8AD16C4362F}" destId="{6D8A57A2-1A3B-41A4-A8B8-A8DA40566C0C}" srcOrd="12" destOrd="0" presId="urn:microsoft.com/office/officeart/2005/8/layout/cycle6"/>
    <dgm:cxn modelId="{81EEFE1A-F8E1-4846-A8FC-741D75B85541}" type="presParOf" srcId="{24A963C5-DDF8-45CF-941E-F8AD16C4362F}" destId="{62F69304-0C1F-4A51-9E25-D3A478EA952D}" srcOrd="13" destOrd="0" presId="urn:microsoft.com/office/officeart/2005/8/layout/cycle6"/>
    <dgm:cxn modelId="{DA7DFEDF-2FCE-4200-A2B8-8E88B2724149}" type="presParOf" srcId="{24A963C5-DDF8-45CF-941E-F8AD16C4362F}" destId="{F0C3B1EB-CAC0-4883-8ABD-87C35E5680F9}" srcOrd="14" destOrd="0" presId="urn:microsoft.com/office/officeart/2005/8/layout/cycle6"/>
  </dgm:cxnLst>
  <dgm:bg/>
  <dgm:whole>
    <a:ln w="6350"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249C56D-CE6D-451D-82F8-1F1CEC557395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vi-VN"/>
        </a:p>
      </dgm:t>
    </dgm:pt>
    <dgm:pt modelId="{2872A976-49BF-48FA-B990-E57830DEB0F9}">
      <dgm:prSet phldrT="[Text]" phldr="1"/>
      <dgm:spPr/>
      <dgm:t>
        <a:bodyPr/>
        <a:lstStyle/>
        <a:p>
          <a:endParaRPr lang="vi-VN"/>
        </a:p>
      </dgm:t>
    </dgm:pt>
    <dgm:pt modelId="{F10FA253-610A-468F-9ED9-7CB600D5C678}" type="parTrans" cxnId="{3E9E8D84-391A-4223-8819-92409C46E5E2}">
      <dgm:prSet/>
      <dgm:spPr/>
      <dgm:t>
        <a:bodyPr/>
        <a:lstStyle/>
        <a:p>
          <a:endParaRPr lang="vi-VN"/>
        </a:p>
      </dgm:t>
    </dgm:pt>
    <dgm:pt modelId="{3637FB79-77E9-43E1-9B96-36864FE86612}" type="sibTrans" cxnId="{3E9E8D84-391A-4223-8819-92409C46E5E2}">
      <dgm:prSet/>
      <dgm:spPr/>
      <dgm:t>
        <a:bodyPr/>
        <a:lstStyle/>
        <a:p>
          <a:endParaRPr lang="vi-VN"/>
        </a:p>
      </dgm:t>
    </dgm:pt>
    <dgm:pt modelId="{BC258364-0233-43B6-B49C-BC9194F6E7C5}">
      <dgm:prSet phldrT="[Text]" phldr="1"/>
      <dgm:spPr/>
      <dgm:t>
        <a:bodyPr/>
        <a:lstStyle/>
        <a:p>
          <a:endParaRPr lang="vi-VN"/>
        </a:p>
      </dgm:t>
    </dgm:pt>
    <dgm:pt modelId="{352776DA-F82E-43A8-A600-F1012E6E3327}" type="parTrans" cxnId="{6E7352F3-43F3-44F2-9943-32C3E70298B0}">
      <dgm:prSet/>
      <dgm:spPr/>
      <dgm:t>
        <a:bodyPr/>
        <a:lstStyle/>
        <a:p>
          <a:endParaRPr lang="vi-VN"/>
        </a:p>
      </dgm:t>
    </dgm:pt>
    <dgm:pt modelId="{662BABBB-2A7D-4D4F-9A5D-C827D5037D71}" type="sibTrans" cxnId="{6E7352F3-43F3-44F2-9943-32C3E70298B0}">
      <dgm:prSet/>
      <dgm:spPr/>
      <dgm:t>
        <a:bodyPr/>
        <a:lstStyle/>
        <a:p>
          <a:endParaRPr lang="vi-VN"/>
        </a:p>
      </dgm:t>
    </dgm:pt>
    <dgm:pt modelId="{78FFBE26-7F1C-4EC9-B1B3-783F947F6A03}">
      <dgm:prSet phldrT="[Text]" phldr="1"/>
      <dgm:spPr/>
      <dgm:t>
        <a:bodyPr/>
        <a:lstStyle/>
        <a:p>
          <a:endParaRPr lang="vi-VN"/>
        </a:p>
      </dgm:t>
    </dgm:pt>
    <dgm:pt modelId="{FDF00320-B97F-454D-BA89-AE032ADEAA0A}" type="parTrans" cxnId="{733340CC-7A09-43F5-B37A-A67E05AFCF7B}">
      <dgm:prSet/>
      <dgm:spPr/>
      <dgm:t>
        <a:bodyPr/>
        <a:lstStyle/>
        <a:p>
          <a:endParaRPr lang="vi-VN"/>
        </a:p>
      </dgm:t>
    </dgm:pt>
    <dgm:pt modelId="{E57EB286-642B-4F45-A5A6-741F148584D9}" type="sibTrans" cxnId="{733340CC-7A09-43F5-B37A-A67E05AFCF7B}">
      <dgm:prSet/>
      <dgm:spPr/>
      <dgm:t>
        <a:bodyPr/>
        <a:lstStyle/>
        <a:p>
          <a:endParaRPr lang="vi-VN"/>
        </a:p>
      </dgm:t>
    </dgm:pt>
    <dgm:pt modelId="{53CF5007-DF67-4475-99BB-BC9FA27E6B62}" type="pres">
      <dgm:prSet presAssocID="{6249C56D-CE6D-451D-82F8-1F1CEC557395}" presName="Name0" presStyleCnt="0">
        <dgm:presLayoutVars>
          <dgm:dir/>
          <dgm:animLvl val="lvl"/>
          <dgm:resizeHandles val="exact"/>
        </dgm:presLayoutVars>
      </dgm:prSet>
      <dgm:spPr/>
    </dgm:pt>
    <dgm:pt modelId="{EEA77A91-AF6D-46EB-BE8F-D4D85E9F70A0}" type="pres">
      <dgm:prSet presAssocID="{2872A976-49BF-48FA-B990-E57830DEB0F9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70CBF3E7-C594-47B7-B1A0-B8776C82846D}" type="pres">
      <dgm:prSet presAssocID="{3637FB79-77E9-43E1-9B96-36864FE86612}" presName="parTxOnlySpace" presStyleCnt="0"/>
      <dgm:spPr/>
    </dgm:pt>
    <dgm:pt modelId="{B2AEC685-AC5B-4997-BE9C-AF38FD0CC0F7}" type="pres">
      <dgm:prSet presAssocID="{BC258364-0233-43B6-B49C-BC9194F6E7C5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DCAB05D-44D4-4903-92C4-F8BA0F09E9B0}" type="pres">
      <dgm:prSet presAssocID="{662BABBB-2A7D-4D4F-9A5D-C827D5037D71}" presName="parTxOnlySpace" presStyleCnt="0"/>
      <dgm:spPr/>
    </dgm:pt>
    <dgm:pt modelId="{FE1C97AA-650F-4B9C-BB8A-2DE46CE45294}" type="pres">
      <dgm:prSet presAssocID="{78FFBE26-7F1C-4EC9-B1B3-783F947F6A03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DA38C30A-7F01-42E6-AD1D-E3DFC156E2D9}" type="presOf" srcId="{6249C56D-CE6D-451D-82F8-1F1CEC557395}" destId="{53CF5007-DF67-4475-99BB-BC9FA27E6B62}" srcOrd="0" destOrd="0" presId="urn:microsoft.com/office/officeart/2005/8/layout/chevron1"/>
    <dgm:cxn modelId="{BA50A74A-9F51-4F4A-814D-C20ACEC83B1C}" type="presOf" srcId="{BC258364-0233-43B6-B49C-BC9194F6E7C5}" destId="{B2AEC685-AC5B-4997-BE9C-AF38FD0CC0F7}" srcOrd="0" destOrd="0" presId="urn:microsoft.com/office/officeart/2005/8/layout/chevron1"/>
    <dgm:cxn modelId="{7559D94F-C23D-47D4-9D90-A27F2DFC568C}" type="presOf" srcId="{78FFBE26-7F1C-4EC9-B1B3-783F947F6A03}" destId="{FE1C97AA-650F-4B9C-BB8A-2DE46CE45294}" srcOrd="0" destOrd="0" presId="urn:microsoft.com/office/officeart/2005/8/layout/chevron1"/>
    <dgm:cxn modelId="{3E9E8D84-391A-4223-8819-92409C46E5E2}" srcId="{6249C56D-CE6D-451D-82F8-1F1CEC557395}" destId="{2872A976-49BF-48FA-B990-E57830DEB0F9}" srcOrd="0" destOrd="0" parTransId="{F10FA253-610A-468F-9ED9-7CB600D5C678}" sibTransId="{3637FB79-77E9-43E1-9B96-36864FE86612}"/>
    <dgm:cxn modelId="{7132BC8F-E9B8-4B7C-8069-8AB7BDC348AE}" type="presOf" srcId="{2872A976-49BF-48FA-B990-E57830DEB0F9}" destId="{EEA77A91-AF6D-46EB-BE8F-D4D85E9F70A0}" srcOrd="0" destOrd="0" presId="urn:microsoft.com/office/officeart/2005/8/layout/chevron1"/>
    <dgm:cxn modelId="{733340CC-7A09-43F5-B37A-A67E05AFCF7B}" srcId="{6249C56D-CE6D-451D-82F8-1F1CEC557395}" destId="{78FFBE26-7F1C-4EC9-B1B3-783F947F6A03}" srcOrd="2" destOrd="0" parTransId="{FDF00320-B97F-454D-BA89-AE032ADEAA0A}" sibTransId="{E57EB286-642B-4F45-A5A6-741F148584D9}"/>
    <dgm:cxn modelId="{6E7352F3-43F3-44F2-9943-32C3E70298B0}" srcId="{6249C56D-CE6D-451D-82F8-1F1CEC557395}" destId="{BC258364-0233-43B6-B49C-BC9194F6E7C5}" srcOrd="1" destOrd="0" parTransId="{352776DA-F82E-43A8-A600-F1012E6E3327}" sibTransId="{662BABBB-2A7D-4D4F-9A5D-C827D5037D71}"/>
    <dgm:cxn modelId="{C0923300-80E8-4C65-9D99-0B7465764BC5}" type="presParOf" srcId="{53CF5007-DF67-4475-99BB-BC9FA27E6B62}" destId="{EEA77A91-AF6D-46EB-BE8F-D4D85E9F70A0}" srcOrd="0" destOrd="0" presId="urn:microsoft.com/office/officeart/2005/8/layout/chevron1"/>
    <dgm:cxn modelId="{E1957C23-CED5-4730-B770-16FFB09C62D3}" type="presParOf" srcId="{53CF5007-DF67-4475-99BB-BC9FA27E6B62}" destId="{70CBF3E7-C594-47B7-B1A0-B8776C82846D}" srcOrd="1" destOrd="0" presId="urn:microsoft.com/office/officeart/2005/8/layout/chevron1"/>
    <dgm:cxn modelId="{F4377C56-7A16-4D7C-903B-1597F14311A1}" type="presParOf" srcId="{53CF5007-DF67-4475-99BB-BC9FA27E6B62}" destId="{B2AEC685-AC5B-4997-BE9C-AF38FD0CC0F7}" srcOrd="2" destOrd="0" presId="urn:microsoft.com/office/officeart/2005/8/layout/chevron1"/>
    <dgm:cxn modelId="{FB6C8E3E-D557-404C-99A0-42141C51C5E9}" type="presParOf" srcId="{53CF5007-DF67-4475-99BB-BC9FA27E6B62}" destId="{1DCAB05D-44D4-4903-92C4-F8BA0F09E9B0}" srcOrd="3" destOrd="0" presId="urn:microsoft.com/office/officeart/2005/8/layout/chevron1"/>
    <dgm:cxn modelId="{66A87067-04C4-42D6-AF98-3BEC50694991}" type="presParOf" srcId="{53CF5007-DF67-4475-99BB-BC9FA27E6B62}" destId="{FE1C97AA-650F-4B9C-BB8A-2DE46CE45294}" srcOrd="4" destOrd="0" presId="urn:microsoft.com/office/officeart/2005/8/layout/chevron1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249C56D-CE6D-451D-82F8-1F1CEC557395}" type="doc">
      <dgm:prSet loTypeId="urn:microsoft.com/office/officeart/2005/8/layout/radial6" loCatId="relationship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vi-VN"/>
        </a:p>
      </dgm:t>
    </dgm:pt>
    <dgm:pt modelId="{0A3C0FFB-35FF-41CF-8025-FD685BE55398}">
      <dgm:prSet phldrT="[Text]" phldr="1"/>
      <dgm:spPr/>
      <dgm:t>
        <a:bodyPr/>
        <a:lstStyle/>
        <a:p>
          <a:endParaRPr lang="vi-VN"/>
        </a:p>
      </dgm:t>
    </dgm:pt>
    <dgm:pt modelId="{D924CB29-4EE5-4D65-8A9B-5738E3CFD05E}" type="parTrans" cxnId="{02EB7C65-0728-4621-A1F4-2E43E484AEE4}">
      <dgm:prSet/>
      <dgm:spPr/>
      <dgm:t>
        <a:bodyPr/>
        <a:lstStyle/>
        <a:p>
          <a:endParaRPr lang="vi-VN"/>
        </a:p>
      </dgm:t>
    </dgm:pt>
    <dgm:pt modelId="{5236A205-B4CF-4E19-93EB-92574DE299D8}" type="sibTrans" cxnId="{02EB7C65-0728-4621-A1F4-2E43E484AEE4}">
      <dgm:prSet/>
      <dgm:spPr/>
      <dgm:t>
        <a:bodyPr/>
        <a:lstStyle/>
        <a:p>
          <a:endParaRPr lang="vi-VN"/>
        </a:p>
      </dgm:t>
    </dgm:pt>
    <dgm:pt modelId="{C6E07C69-D493-4078-81FB-C06291BB3CF6}">
      <dgm:prSet phldrT="[Text]" phldr="1"/>
      <dgm:spPr/>
      <dgm:t>
        <a:bodyPr/>
        <a:lstStyle/>
        <a:p>
          <a:endParaRPr lang="vi-VN"/>
        </a:p>
      </dgm:t>
    </dgm:pt>
    <dgm:pt modelId="{42DE2066-D3F6-4B1B-97B6-B1093FD4CEBE}" type="parTrans" cxnId="{CCE37E3E-001F-4FA3-931C-A067F5A59940}">
      <dgm:prSet/>
      <dgm:spPr/>
      <dgm:t>
        <a:bodyPr/>
        <a:lstStyle/>
        <a:p>
          <a:endParaRPr lang="vi-VN"/>
        </a:p>
      </dgm:t>
    </dgm:pt>
    <dgm:pt modelId="{12C9D8C7-B2B6-4743-A6CE-5B2A162911A3}" type="sibTrans" cxnId="{CCE37E3E-001F-4FA3-931C-A067F5A59940}">
      <dgm:prSet/>
      <dgm:spPr/>
      <dgm:t>
        <a:bodyPr/>
        <a:lstStyle/>
        <a:p>
          <a:endParaRPr lang="vi-VN"/>
        </a:p>
      </dgm:t>
    </dgm:pt>
    <dgm:pt modelId="{F7149D8E-03CC-4306-B407-591FDE8D7495}">
      <dgm:prSet phldrT="[Text]" phldr="1"/>
      <dgm:spPr/>
      <dgm:t>
        <a:bodyPr/>
        <a:lstStyle/>
        <a:p>
          <a:endParaRPr lang="vi-VN"/>
        </a:p>
      </dgm:t>
    </dgm:pt>
    <dgm:pt modelId="{0F8002C1-130D-4FAE-8AF3-26711A55A825}" type="parTrans" cxnId="{B112CE26-C1D3-4E76-BC92-71C9B82364A2}">
      <dgm:prSet/>
      <dgm:spPr/>
      <dgm:t>
        <a:bodyPr/>
        <a:lstStyle/>
        <a:p>
          <a:endParaRPr lang="vi-VN"/>
        </a:p>
      </dgm:t>
    </dgm:pt>
    <dgm:pt modelId="{B62DBF77-98CA-4F8A-A8B8-E3E97F7C63CA}" type="sibTrans" cxnId="{B112CE26-C1D3-4E76-BC92-71C9B82364A2}">
      <dgm:prSet/>
      <dgm:spPr/>
      <dgm:t>
        <a:bodyPr/>
        <a:lstStyle/>
        <a:p>
          <a:endParaRPr lang="vi-VN"/>
        </a:p>
      </dgm:t>
    </dgm:pt>
    <dgm:pt modelId="{7B0792FD-829A-4BC9-90E8-2D6EED3A9F19}">
      <dgm:prSet phldrT="[Text]" phldr="1"/>
      <dgm:spPr/>
      <dgm:t>
        <a:bodyPr/>
        <a:lstStyle/>
        <a:p>
          <a:endParaRPr lang="vi-VN"/>
        </a:p>
      </dgm:t>
    </dgm:pt>
    <dgm:pt modelId="{BDD02BCD-E17B-4113-AF36-C84A27B6F6C9}" type="parTrans" cxnId="{B9A41970-CCC4-4642-80A5-E5C422ED4D52}">
      <dgm:prSet/>
      <dgm:spPr/>
      <dgm:t>
        <a:bodyPr/>
        <a:lstStyle/>
        <a:p>
          <a:endParaRPr lang="vi-VN"/>
        </a:p>
      </dgm:t>
    </dgm:pt>
    <dgm:pt modelId="{2749EADD-139E-4555-98FD-77924E78E48D}" type="sibTrans" cxnId="{B9A41970-CCC4-4642-80A5-E5C422ED4D52}">
      <dgm:prSet/>
      <dgm:spPr/>
      <dgm:t>
        <a:bodyPr/>
        <a:lstStyle/>
        <a:p>
          <a:endParaRPr lang="vi-VN"/>
        </a:p>
      </dgm:t>
    </dgm:pt>
    <dgm:pt modelId="{E7899055-B2CE-4937-9991-3758504CF7D5}">
      <dgm:prSet phldrT="[Text]" phldr="1"/>
      <dgm:spPr/>
      <dgm:t>
        <a:bodyPr/>
        <a:lstStyle/>
        <a:p>
          <a:endParaRPr lang="vi-VN"/>
        </a:p>
      </dgm:t>
    </dgm:pt>
    <dgm:pt modelId="{A6371D58-40BD-440C-A6BF-2A2EC09B7E1D}" type="parTrans" cxnId="{BFE99A4A-B822-4E3A-A8C0-1DD42D476353}">
      <dgm:prSet/>
      <dgm:spPr/>
      <dgm:t>
        <a:bodyPr/>
        <a:lstStyle/>
        <a:p>
          <a:endParaRPr lang="vi-VN"/>
        </a:p>
      </dgm:t>
    </dgm:pt>
    <dgm:pt modelId="{7935F16F-DB79-4F11-AFD9-92A130D297DB}" type="sibTrans" cxnId="{BFE99A4A-B822-4E3A-A8C0-1DD42D476353}">
      <dgm:prSet/>
      <dgm:spPr/>
      <dgm:t>
        <a:bodyPr/>
        <a:lstStyle/>
        <a:p>
          <a:endParaRPr lang="vi-VN"/>
        </a:p>
      </dgm:t>
    </dgm:pt>
    <dgm:pt modelId="{65907261-7170-4DD6-9C3E-CD09F2E23637}" type="pres">
      <dgm:prSet presAssocID="{6249C56D-CE6D-451D-82F8-1F1CEC557395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E035E94-779C-455B-B507-8A464569BDE6}" type="pres">
      <dgm:prSet presAssocID="{0A3C0FFB-35FF-41CF-8025-FD685BE55398}" presName="centerShape" presStyleLbl="node0" presStyleIdx="0" presStyleCnt="1"/>
      <dgm:spPr/>
    </dgm:pt>
    <dgm:pt modelId="{62F9A7FF-4ADE-4D50-B698-5E4CE64ECBE8}" type="pres">
      <dgm:prSet presAssocID="{C6E07C69-D493-4078-81FB-C06291BB3CF6}" presName="node" presStyleLbl="node1" presStyleIdx="0" presStyleCnt="4">
        <dgm:presLayoutVars>
          <dgm:bulletEnabled val="1"/>
        </dgm:presLayoutVars>
      </dgm:prSet>
      <dgm:spPr/>
    </dgm:pt>
    <dgm:pt modelId="{C34280F6-27BF-425B-A2F5-F452124C6EDB}" type="pres">
      <dgm:prSet presAssocID="{C6E07C69-D493-4078-81FB-C06291BB3CF6}" presName="dummy" presStyleCnt="0"/>
      <dgm:spPr/>
    </dgm:pt>
    <dgm:pt modelId="{361DA74E-FD54-4C80-9A2B-B02D0B9A3FE8}" type="pres">
      <dgm:prSet presAssocID="{12C9D8C7-B2B6-4743-A6CE-5B2A162911A3}" presName="sibTrans" presStyleLbl="sibTrans2D1" presStyleIdx="0" presStyleCnt="4"/>
      <dgm:spPr/>
    </dgm:pt>
    <dgm:pt modelId="{F728C55D-808E-42D0-AA68-F1D3FCB20084}" type="pres">
      <dgm:prSet presAssocID="{F7149D8E-03CC-4306-B407-591FDE8D7495}" presName="node" presStyleLbl="node1" presStyleIdx="1" presStyleCnt="4">
        <dgm:presLayoutVars>
          <dgm:bulletEnabled val="1"/>
        </dgm:presLayoutVars>
      </dgm:prSet>
      <dgm:spPr/>
    </dgm:pt>
    <dgm:pt modelId="{A072FB14-01B1-4278-94D6-B8E5D3D45FD6}" type="pres">
      <dgm:prSet presAssocID="{F7149D8E-03CC-4306-B407-591FDE8D7495}" presName="dummy" presStyleCnt="0"/>
      <dgm:spPr/>
    </dgm:pt>
    <dgm:pt modelId="{2483CF9B-05AF-49DC-9EC0-81E3B862DE01}" type="pres">
      <dgm:prSet presAssocID="{B62DBF77-98CA-4F8A-A8B8-E3E97F7C63CA}" presName="sibTrans" presStyleLbl="sibTrans2D1" presStyleIdx="1" presStyleCnt="4"/>
      <dgm:spPr/>
    </dgm:pt>
    <dgm:pt modelId="{885E9BCB-2949-4046-8B8C-23634171FE5A}" type="pres">
      <dgm:prSet presAssocID="{7B0792FD-829A-4BC9-90E8-2D6EED3A9F19}" presName="node" presStyleLbl="node1" presStyleIdx="2" presStyleCnt="4">
        <dgm:presLayoutVars>
          <dgm:bulletEnabled val="1"/>
        </dgm:presLayoutVars>
      </dgm:prSet>
      <dgm:spPr/>
    </dgm:pt>
    <dgm:pt modelId="{9FD11D36-E2F1-4C50-A1D6-8019020FF457}" type="pres">
      <dgm:prSet presAssocID="{7B0792FD-829A-4BC9-90E8-2D6EED3A9F19}" presName="dummy" presStyleCnt="0"/>
      <dgm:spPr/>
    </dgm:pt>
    <dgm:pt modelId="{37CCBDAB-9C21-4440-8438-1CF8695C1404}" type="pres">
      <dgm:prSet presAssocID="{2749EADD-139E-4555-98FD-77924E78E48D}" presName="sibTrans" presStyleLbl="sibTrans2D1" presStyleIdx="2" presStyleCnt="4"/>
      <dgm:spPr/>
    </dgm:pt>
    <dgm:pt modelId="{2499CA67-1B73-4D3F-9AB9-E03E1641916D}" type="pres">
      <dgm:prSet presAssocID="{E7899055-B2CE-4937-9991-3758504CF7D5}" presName="node" presStyleLbl="node1" presStyleIdx="3" presStyleCnt="4">
        <dgm:presLayoutVars>
          <dgm:bulletEnabled val="1"/>
        </dgm:presLayoutVars>
      </dgm:prSet>
      <dgm:spPr/>
    </dgm:pt>
    <dgm:pt modelId="{66F590E8-C8E8-4AD1-8E8C-C920DF974842}" type="pres">
      <dgm:prSet presAssocID="{E7899055-B2CE-4937-9991-3758504CF7D5}" presName="dummy" presStyleCnt="0"/>
      <dgm:spPr/>
    </dgm:pt>
    <dgm:pt modelId="{E03942C5-AB81-4CAE-9233-E316CBFABB90}" type="pres">
      <dgm:prSet presAssocID="{7935F16F-DB79-4F11-AFD9-92A130D297DB}" presName="sibTrans" presStyleLbl="sibTrans2D1" presStyleIdx="3" presStyleCnt="4"/>
      <dgm:spPr/>
    </dgm:pt>
  </dgm:ptLst>
  <dgm:cxnLst>
    <dgm:cxn modelId="{DE024E15-F455-45F6-B72E-15B14ABF7BA1}" type="presOf" srcId="{C6E07C69-D493-4078-81FB-C06291BB3CF6}" destId="{62F9A7FF-4ADE-4D50-B698-5E4CE64ECBE8}" srcOrd="0" destOrd="0" presId="urn:microsoft.com/office/officeart/2005/8/layout/radial6"/>
    <dgm:cxn modelId="{B112CE26-C1D3-4E76-BC92-71C9B82364A2}" srcId="{0A3C0FFB-35FF-41CF-8025-FD685BE55398}" destId="{F7149D8E-03CC-4306-B407-591FDE8D7495}" srcOrd="1" destOrd="0" parTransId="{0F8002C1-130D-4FAE-8AF3-26711A55A825}" sibTransId="{B62DBF77-98CA-4F8A-A8B8-E3E97F7C63CA}"/>
    <dgm:cxn modelId="{19755A3E-09AC-4CAF-8C0E-816960A9E390}" type="presOf" srcId="{2749EADD-139E-4555-98FD-77924E78E48D}" destId="{37CCBDAB-9C21-4440-8438-1CF8695C1404}" srcOrd="0" destOrd="0" presId="urn:microsoft.com/office/officeart/2005/8/layout/radial6"/>
    <dgm:cxn modelId="{CCE37E3E-001F-4FA3-931C-A067F5A59940}" srcId="{0A3C0FFB-35FF-41CF-8025-FD685BE55398}" destId="{C6E07C69-D493-4078-81FB-C06291BB3CF6}" srcOrd="0" destOrd="0" parTransId="{42DE2066-D3F6-4B1B-97B6-B1093FD4CEBE}" sibTransId="{12C9D8C7-B2B6-4743-A6CE-5B2A162911A3}"/>
    <dgm:cxn modelId="{BFE99A4A-B822-4E3A-A8C0-1DD42D476353}" srcId="{0A3C0FFB-35FF-41CF-8025-FD685BE55398}" destId="{E7899055-B2CE-4937-9991-3758504CF7D5}" srcOrd="3" destOrd="0" parTransId="{A6371D58-40BD-440C-A6BF-2A2EC09B7E1D}" sibTransId="{7935F16F-DB79-4F11-AFD9-92A130D297DB}"/>
    <dgm:cxn modelId="{02EB7C65-0728-4621-A1F4-2E43E484AEE4}" srcId="{6249C56D-CE6D-451D-82F8-1F1CEC557395}" destId="{0A3C0FFB-35FF-41CF-8025-FD685BE55398}" srcOrd="0" destOrd="0" parTransId="{D924CB29-4EE5-4D65-8A9B-5738E3CFD05E}" sibTransId="{5236A205-B4CF-4E19-93EB-92574DE299D8}"/>
    <dgm:cxn modelId="{117B8F67-A825-40A0-BFC4-F2B73936DEA0}" type="presOf" srcId="{7935F16F-DB79-4F11-AFD9-92A130D297DB}" destId="{E03942C5-AB81-4CAE-9233-E316CBFABB90}" srcOrd="0" destOrd="0" presId="urn:microsoft.com/office/officeart/2005/8/layout/radial6"/>
    <dgm:cxn modelId="{B9A41970-CCC4-4642-80A5-E5C422ED4D52}" srcId="{0A3C0FFB-35FF-41CF-8025-FD685BE55398}" destId="{7B0792FD-829A-4BC9-90E8-2D6EED3A9F19}" srcOrd="2" destOrd="0" parTransId="{BDD02BCD-E17B-4113-AF36-C84A27B6F6C9}" sibTransId="{2749EADD-139E-4555-98FD-77924E78E48D}"/>
    <dgm:cxn modelId="{6AAD1A89-5D3B-4847-B829-934BFF5FF406}" type="presOf" srcId="{12C9D8C7-B2B6-4743-A6CE-5B2A162911A3}" destId="{361DA74E-FD54-4C80-9A2B-B02D0B9A3FE8}" srcOrd="0" destOrd="0" presId="urn:microsoft.com/office/officeart/2005/8/layout/radial6"/>
    <dgm:cxn modelId="{6DBC1EA3-602A-41F3-A764-EA7B8F8C0E84}" type="presOf" srcId="{B62DBF77-98CA-4F8A-A8B8-E3E97F7C63CA}" destId="{2483CF9B-05AF-49DC-9EC0-81E3B862DE01}" srcOrd="0" destOrd="0" presId="urn:microsoft.com/office/officeart/2005/8/layout/radial6"/>
    <dgm:cxn modelId="{CAC9BDA3-C441-444D-951D-8E0053227BD3}" type="presOf" srcId="{7B0792FD-829A-4BC9-90E8-2D6EED3A9F19}" destId="{885E9BCB-2949-4046-8B8C-23634171FE5A}" srcOrd="0" destOrd="0" presId="urn:microsoft.com/office/officeart/2005/8/layout/radial6"/>
    <dgm:cxn modelId="{22865FC9-C3B0-42EF-89D3-D0F60EAB7EA2}" type="presOf" srcId="{0A3C0FFB-35FF-41CF-8025-FD685BE55398}" destId="{2E035E94-779C-455B-B507-8A464569BDE6}" srcOrd="0" destOrd="0" presId="urn:microsoft.com/office/officeart/2005/8/layout/radial6"/>
    <dgm:cxn modelId="{04D938E8-37D4-4954-B1FD-A58F029E860A}" type="presOf" srcId="{6249C56D-CE6D-451D-82F8-1F1CEC557395}" destId="{65907261-7170-4DD6-9C3E-CD09F2E23637}" srcOrd="0" destOrd="0" presId="urn:microsoft.com/office/officeart/2005/8/layout/radial6"/>
    <dgm:cxn modelId="{9E0458F2-3893-4B8D-AE4F-D3CA8AF2D02B}" type="presOf" srcId="{E7899055-B2CE-4937-9991-3758504CF7D5}" destId="{2499CA67-1B73-4D3F-9AB9-E03E1641916D}" srcOrd="0" destOrd="0" presId="urn:microsoft.com/office/officeart/2005/8/layout/radial6"/>
    <dgm:cxn modelId="{93A9A7F6-7F12-40CB-9FE1-6CB417EC0F5B}" type="presOf" srcId="{F7149D8E-03CC-4306-B407-591FDE8D7495}" destId="{F728C55D-808E-42D0-AA68-F1D3FCB20084}" srcOrd="0" destOrd="0" presId="urn:microsoft.com/office/officeart/2005/8/layout/radial6"/>
    <dgm:cxn modelId="{40B1E8E9-AEAE-4494-93DB-C67274139BAB}" type="presParOf" srcId="{65907261-7170-4DD6-9C3E-CD09F2E23637}" destId="{2E035E94-779C-455B-B507-8A464569BDE6}" srcOrd="0" destOrd="0" presId="urn:microsoft.com/office/officeart/2005/8/layout/radial6"/>
    <dgm:cxn modelId="{1A491733-6136-4E32-9F86-271631F66D09}" type="presParOf" srcId="{65907261-7170-4DD6-9C3E-CD09F2E23637}" destId="{62F9A7FF-4ADE-4D50-B698-5E4CE64ECBE8}" srcOrd="1" destOrd="0" presId="urn:microsoft.com/office/officeart/2005/8/layout/radial6"/>
    <dgm:cxn modelId="{1D9D67C8-0016-42F4-BA9F-C9957F7AE03B}" type="presParOf" srcId="{65907261-7170-4DD6-9C3E-CD09F2E23637}" destId="{C34280F6-27BF-425B-A2F5-F452124C6EDB}" srcOrd="2" destOrd="0" presId="urn:microsoft.com/office/officeart/2005/8/layout/radial6"/>
    <dgm:cxn modelId="{17BC834F-B978-4A69-9B0D-38BA32DD6002}" type="presParOf" srcId="{65907261-7170-4DD6-9C3E-CD09F2E23637}" destId="{361DA74E-FD54-4C80-9A2B-B02D0B9A3FE8}" srcOrd="3" destOrd="0" presId="urn:microsoft.com/office/officeart/2005/8/layout/radial6"/>
    <dgm:cxn modelId="{5DD59AC4-FFF2-430B-AA5A-DFBD3B6ABCA1}" type="presParOf" srcId="{65907261-7170-4DD6-9C3E-CD09F2E23637}" destId="{F728C55D-808E-42D0-AA68-F1D3FCB20084}" srcOrd="4" destOrd="0" presId="urn:microsoft.com/office/officeart/2005/8/layout/radial6"/>
    <dgm:cxn modelId="{386F8951-F7D9-4B9E-B2FF-D4705F6EC37E}" type="presParOf" srcId="{65907261-7170-4DD6-9C3E-CD09F2E23637}" destId="{A072FB14-01B1-4278-94D6-B8E5D3D45FD6}" srcOrd="5" destOrd="0" presId="urn:microsoft.com/office/officeart/2005/8/layout/radial6"/>
    <dgm:cxn modelId="{768318C9-A76F-4A3B-8531-0B76AB1BEC6B}" type="presParOf" srcId="{65907261-7170-4DD6-9C3E-CD09F2E23637}" destId="{2483CF9B-05AF-49DC-9EC0-81E3B862DE01}" srcOrd="6" destOrd="0" presId="urn:microsoft.com/office/officeart/2005/8/layout/radial6"/>
    <dgm:cxn modelId="{9CBE5970-6096-4674-929B-4A8D139F0784}" type="presParOf" srcId="{65907261-7170-4DD6-9C3E-CD09F2E23637}" destId="{885E9BCB-2949-4046-8B8C-23634171FE5A}" srcOrd="7" destOrd="0" presId="urn:microsoft.com/office/officeart/2005/8/layout/radial6"/>
    <dgm:cxn modelId="{C98B854D-03BD-4C5E-884F-C1DC07EF2B7D}" type="presParOf" srcId="{65907261-7170-4DD6-9C3E-CD09F2E23637}" destId="{9FD11D36-E2F1-4C50-A1D6-8019020FF457}" srcOrd="8" destOrd="0" presId="urn:microsoft.com/office/officeart/2005/8/layout/radial6"/>
    <dgm:cxn modelId="{79440CB3-A261-4773-8478-E122D85B56E0}" type="presParOf" srcId="{65907261-7170-4DD6-9C3E-CD09F2E23637}" destId="{37CCBDAB-9C21-4440-8438-1CF8695C1404}" srcOrd="9" destOrd="0" presId="urn:microsoft.com/office/officeart/2005/8/layout/radial6"/>
    <dgm:cxn modelId="{B4306B73-93AA-417E-ADF5-EDEB9827F4F3}" type="presParOf" srcId="{65907261-7170-4DD6-9C3E-CD09F2E23637}" destId="{2499CA67-1B73-4D3F-9AB9-E03E1641916D}" srcOrd="10" destOrd="0" presId="urn:microsoft.com/office/officeart/2005/8/layout/radial6"/>
    <dgm:cxn modelId="{166C4ECB-8687-48C3-904F-59582AD9EFF6}" type="presParOf" srcId="{65907261-7170-4DD6-9C3E-CD09F2E23637}" destId="{66F590E8-C8E8-4AD1-8E8C-C920DF974842}" srcOrd="11" destOrd="0" presId="urn:microsoft.com/office/officeart/2005/8/layout/radial6"/>
    <dgm:cxn modelId="{AA706003-8C32-4CB7-8A9C-2FE381B80DE9}" type="presParOf" srcId="{65907261-7170-4DD6-9C3E-CD09F2E23637}" destId="{E03942C5-AB81-4CAE-9233-E316CBFABB90}" srcOrd="12" destOrd="0" presId="urn:microsoft.com/office/officeart/2005/8/layout/radial6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249C56D-CE6D-451D-82F8-1F1CEC557395}" type="doc">
      <dgm:prSet loTypeId="urn:microsoft.com/office/officeart/2005/8/layout/equation2" loCatId="process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vi-VN"/>
        </a:p>
      </dgm:t>
    </dgm:pt>
    <dgm:pt modelId="{70C3411E-746B-430F-A994-7E0C51BEFAB4}">
      <dgm:prSet phldrT="[Text]" phldr="1"/>
      <dgm:spPr/>
      <dgm:t>
        <a:bodyPr/>
        <a:lstStyle/>
        <a:p>
          <a:endParaRPr lang="vi-VN"/>
        </a:p>
      </dgm:t>
    </dgm:pt>
    <dgm:pt modelId="{B2F7CC7D-326B-475E-92A3-792ED8013B3F}" type="parTrans" cxnId="{0AAAA32C-8E54-4269-A886-37258678BA42}">
      <dgm:prSet/>
      <dgm:spPr/>
      <dgm:t>
        <a:bodyPr/>
        <a:lstStyle/>
        <a:p>
          <a:endParaRPr lang="vi-VN"/>
        </a:p>
      </dgm:t>
    </dgm:pt>
    <dgm:pt modelId="{8885ADA0-48A8-4A74-BDF8-51C9D94D3868}" type="sibTrans" cxnId="{0AAAA32C-8E54-4269-A886-37258678BA42}">
      <dgm:prSet/>
      <dgm:spPr/>
      <dgm:t>
        <a:bodyPr/>
        <a:lstStyle/>
        <a:p>
          <a:endParaRPr lang="vi-VN"/>
        </a:p>
      </dgm:t>
    </dgm:pt>
    <dgm:pt modelId="{C2F5C877-6856-41C5-96AA-06382EA77467}">
      <dgm:prSet phldrT="[Text]" phldr="1"/>
      <dgm:spPr/>
      <dgm:t>
        <a:bodyPr/>
        <a:lstStyle/>
        <a:p>
          <a:endParaRPr lang="vi-VN"/>
        </a:p>
      </dgm:t>
    </dgm:pt>
    <dgm:pt modelId="{AB34DEFD-6B9C-404E-8305-88445014BB53}" type="parTrans" cxnId="{E8C09D05-807E-4D7E-BD53-6EEB8277D20E}">
      <dgm:prSet/>
      <dgm:spPr/>
      <dgm:t>
        <a:bodyPr/>
        <a:lstStyle/>
        <a:p>
          <a:endParaRPr lang="vi-VN"/>
        </a:p>
      </dgm:t>
    </dgm:pt>
    <dgm:pt modelId="{C7BFCE3C-B17E-4B22-9E10-BDCA34F98E69}" type="sibTrans" cxnId="{E8C09D05-807E-4D7E-BD53-6EEB8277D20E}">
      <dgm:prSet/>
      <dgm:spPr/>
      <dgm:t>
        <a:bodyPr/>
        <a:lstStyle/>
        <a:p>
          <a:endParaRPr lang="vi-VN"/>
        </a:p>
      </dgm:t>
    </dgm:pt>
    <dgm:pt modelId="{D70B119B-5F5B-4B04-B0C6-DF7D1E8212AB}">
      <dgm:prSet phldrT="[Text]" phldr="1"/>
      <dgm:spPr/>
      <dgm:t>
        <a:bodyPr/>
        <a:lstStyle/>
        <a:p>
          <a:endParaRPr lang="vi-VN"/>
        </a:p>
      </dgm:t>
    </dgm:pt>
    <dgm:pt modelId="{E57ED02E-BACB-492D-BCF2-8E12E3D1A437}" type="parTrans" cxnId="{CA879EF4-8498-4B35-AB62-355A97F7C8BC}">
      <dgm:prSet/>
      <dgm:spPr/>
      <dgm:t>
        <a:bodyPr/>
        <a:lstStyle/>
        <a:p>
          <a:endParaRPr lang="vi-VN"/>
        </a:p>
      </dgm:t>
    </dgm:pt>
    <dgm:pt modelId="{ADB59A1A-C552-4EBF-8A3C-C66DC5B9123A}" type="sibTrans" cxnId="{CA879EF4-8498-4B35-AB62-355A97F7C8BC}">
      <dgm:prSet/>
      <dgm:spPr/>
      <dgm:t>
        <a:bodyPr/>
        <a:lstStyle/>
        <a:p>
          <a:endParaRPr lang="vi-VN"/>
        </a:p>
      </dgm:t>
    </dgm:pt>
    <dgm:pt modelId="{AB76A9BC-6F3B-491E-A668-D9A97A58A47B}" type="pres">
      <dgm:prSet presAssocID="{6249C56D-CE6D-451D-82F8-1F1CEC557395}" presName="Name0" presStyleCnt="0">
        <dgm:presLayoutVars>
          <dgm:dir/>
          <dgm:resizeHandles val="exact"/>
        </dgm:presLayoutVars>
      </dgm:prSet>
      <dgm:spPr/>
    </dgm:pt>
    <dgm:pt modelId="{0354C0B6-AE61-4C08-986A-D371FCAF1DAC}" type="pres">
      <dgm:prSet presAssocID="{6249C56D-CE6D-451D-82F8-1F1CEC557395}" presName="vNodes" presStyleCnt="0"/>
      <dgm:spPr/>
    </dgm:pt>
    <dgm:pt modelId="{2FF493F2-5ACE-4DF5-8B75-A4CE1A19C425}" type="pres">
      <dgm:prSet presAssocID="{70C3411E-746B-430F-A994-7E0C51BEFAB4}" presName="node" presStyleLbl="node1" presStyleIdx="0" presStyleCnt="3">
        <dgm:presLayoutVars>
          <dgm:bulletEnabled val="1"/>
        </dgm:presLayoutVars>
      </dgm:prSet>
      <dgm:spPr/>
    </dgm:pt>
    <dgm:pt modelId="{8F4857F4-21DB-4361-9557-AC7AC7442198}" type="pres">
      <dgm:prSet presAssocID="{8885ADA0-48A8-4A74-BDF8-51C9D94D3868}" presName="spacerT" presStyleCnt="0"/>
      <dgm:spPr/>
    </dgm:pt>
    <dgm:pt modelId="{8F787474-487C-4B5B-88CF-587FBE738AE6}" type="pres">
      <dgm:prSet presAssocID="{8885ADA0-48A8-4A74-BDF8-51C9D94D3868}" presName="sibTrans" presStyleLbl="sibTrans2D1" presStyleIdx="0" presStyleCnt="2"/>
      <dgm:spPr/>
    </dgm:pt>
    <dgm:pt modelId="{87FCAEC1-8C5E-4EEB-83EC-5D67454A89BE}" type="pres">
      <dgm:prSet presAssocID="{8885ADA0-48A8-4A74-BDF8-51C9D94D3868}" presName="spacerB" presStyleCnt="0"/>
      <dgm:spPr/>
    </dgm:pt>
    <dgm:pt modelId="{5C9DE1B6-B413-4658-BD91-EA3985312D5A}" type="pres">
      <dgm:prSet presAssocID="{C2F5C877-6856-41C5-96AA-06382EA77467}" presName="node" presStyleLbl="node1" presStyleIdx="1" presStyleCnt="3">
        <dgm:presLayoutVars>
          <dgm:bulletEnabled val="1"/>
        </dgm:presLayoutVars>
      </dgm:prSet>
      <dgm:spPr/>
    </dgm:pt>
    <dgm:pt modelId="{D2B0EF10-DC6B-4AF0-BC5C-671E2F68DF7E}" type="pres">
      <dgm:prSet presAssocID="{6249C56D-CE6D-451D-82F8-1F1CEC557395}" presName="sibTransLast" presStyleLbl="sibTrans2D1" presStyleIdx="1" presStyleCnt="2"/>
      <dgm:spPr/>
    </dgm:pt>
    <dgm:pt modelId="{AF1135FA-692B-45E5-9A10-0076BAB0C841}" type="pres">
      <dgm:prSet presAssocID="{6249C56D-CE6D-451D-82F8-1F1CEC557395}" presName="connectorText" presStyleLbl="sibTrans2D1" presStyleIdx="1" presStyleCnt="2"/>
      <dgm:spPr/>
    </dgm:pt>
    <dgm:pt modelId="{EE7E8DC8-2097-4967-BFF7-14685B5F34BE}" type="pres">
      <dgm:prSet presAssocID="{6249C56D-CE6D-451D-82F8-1F1CEC557395}" presName="lastNode" presStyleLbl="node1" presStyleIdx="2" presStyleCnt="3">
        <dgm:presLayoutVars>
          <dgm:bulletEnabled val="1"/>
        </dgm:presLayoutVars>
      </dgm:prSet>
      <dgm:spPr/>
    </dgm:pt>
  </dgm:ptLst>
  <dgm:cxnLst>
    <dgm:cxn modelId="{E8C09D05-807E-4D7E-BD53-6EEB8277D20E}" srcId="{6249C56D-CE6D-451D-82F8-1F1CEC557395}" destId="{C2F5C877-6856-41C5-96AA-06382EA77467}" srcOrd="1" destOrd="0" parTransId="{AB34DEFD-6B9C-404E-8305-88445014BB53}" sibTransId="{C7BFCE3C-B17E-4B22-9E10-BDCA34F98E69}"/>
    <dgm:cxn modelId="{62A8C225-D52F-4DA8-84D5-30CCF700E1FD}" type="presOf" srcId="{70C3411E-746B-430F-A994-7E0C51BEFAB4}" destId="{2FF493F2-5ACE-4DF5-8B75-A4CE1A19C425}" srcOrd="0" destOrd="0" presId="urn:microsoft.com/office/officeart/2005/8/layout/equation2"/>
    <dgm:cxn modelId="{0AAAA32C-8E54-4269-A886-37258678BA42}" srcId="{6249C56D-CE6D-451D-82F8-1F1CEC557395}" destId="{70C3411E-746B-430F-A994-7E0C51BEFAB4}" srcOrd="0" destOrd="0" parTransId="{B2F7CC7D-326B-475E-92A3-792ED8013B3F}" sibTransId="{8885ADA0-48A8-4A74-BDF8-51C9D94D3868}"/>
    <dgm:cxn modelId="{F56B529F-21AD-44F3-8A21-3565B4E48BEA}" type="presOf" srcId="{C7BFCE3C-B17E-4B22-9E10-BDCA34F98E69}" destId="{D2B0EF10-DC6B-4AF0-BC5C-671E2F68DF7E}" srcOrd="0" destOrd="0" presId="urn:microsoft.com/office/officeart/2005/8/layout/equation2"/>
    <dgm:cxn modelId="{AF391CCB-C757-4E36-AEDF-7EE9C18CE420}" type="presOf" srcId="{D70B119B-5F5B-4B04-B0C6-DF7D1E8212AB}" destId="{EE7E8DC8-2097-4967-BFF7-14685B5F34BE}" srcOrd="0" destOrd="0" presId="urn:microsoft.com/office/officeart/2005/8/layout/equation2"/>
    <dgm:cxn modelId="{ED064FE3-22CC-4F11-9756-1438FDE1BC0E}" type="presOf" srcId="{C7BFCE3C-B17E-4B22-9E10-BDCA34F98E69}" destId="{AF1135FA-692B-45E5-9A10-0076BAB0C841}" srcOrd="1" destOrd="0" presId="urn:microsoft.com/office/officeart/2005/8/layout/equation2"/>
    <dgm:cxn modelId="{1F0530EF-BD7B-4983-A0F4-4F7D80A7C99C}" type="presOf" srcId="{C2F5C877-6856-41C5-96AA-06382EA77467}" destId="{5C9DE1B6-B413-4658-BD91-EA3985312D5A}" srcOrd="0" destOrd="0" presId="urn:microsoft.com/office/officeart/2005/8/layout/equation2"/>
    <dgm:cxn modelId="{FBABB5F2-B372-4A53-B42B-90E874910276}" type="presOf" srcId="{6249C56D-CE6D-451D-82F8-1F1CEC557395}" destId="{AB76A9BC-6F3B-491E-A668-D9A97A58A47B}" srcOrd="0" destOrd="0" presId="urn:microsoft.com/office/officeart/2005/8/layout/equation2"/>
    <dgm:cxn modelId="{CA879EF4-8498-4B35-AB62-355A97F7C8BC}" srcId="{6249C56D-CE6D-451D-82F8-1F1CEC557395}" destId="{D70B119B-5F5B-4B04-B0C6-DF7D1E8212AB}" srcOrd="2" destOrd="0" parTransId="{E57ED02E-BACB-492D-BCF2-8E12E3D1A437}" sibTransId="{ADB59A1A-C552-4EBF-8A3C-C66DC5B9123A}"/>
    <dgm:cxn modelId="{1B44E9F8-49D6-4E61-A546-07EC0CD502E1}" type="presOf" srcId="{8885ADA0-48A8-4A74-BDF8-51C9D94D3868}" destId="{8F787474-487C-4B5B-88CF-587FBE738AE6}" srcOrd="0" destOrd="0" presId="urn:microsoft.com/office/officeart/2005/8/layout/equation2"/>
    <dgm:cxn modelId="{36B1982F-C8D0-4F08-90CF-E1ACBE04CB3A}" type="presParOf" srcId="{AB76A9BC-6F3B-491E-A668-D9A97A58A47B}" destId="{0354C0B6-AE61-4C08-986A-D371FCAF1DAC}" srcOrd="0" destOrd="0" presId="urn:microsoft.com/office/officeart/2005/8/layout/equation2"/>
    <dgm:cxn modelId="{0DAC8671-7B1B-4BD9-8B10-3307C6BD1D69}" type="presParOf" srcId="{0354C0B6-AE61-4C08-986A-D371FCAF1DAC}" destId="{2FF493F2-5ACE-4DF5-8B75-A4CE1A19C425}" srcOrd="0" destOrd="0" presId="urn:microsoft.com/office/officeart/2005/8/layout/equation2"/>
    <dgm:cxn modelId="{F8CF5208-6781-4822-B69A-8A1940010E8F}" type="presParOf" srcId="{0354C0B6-AE61-4C08-986A-D371FCAF1DAC}" destId="{8F4857F4-21DB-4361-9557-AC7AC7442198}" srcOrd="1" destOrd="0" presId="urn:microsoft.com/office/officeart/2005/8/layout/equation2"/>
    <dgm:cxn modelId="{48C5CE90-2A68-412B-8F1B-2FC87F6D7B5B}" type="presParOf" srcId="{0354C0B6-AE61-4C08-986A-D371FCAF1DAC}" destId="{8F787474-487C-4B5B-88CF-587FBE738AE6}" srcOrd="2" destOrd="0" presId="urn:microsoft.com/office/officeart/2005/8/layout/equation2"/>
    <dgm:cxn modelId="{C72F5C3A-514A-4E53-ADCE-F3D0F1C5946C}" type="presParOf" srcId="{0354C0B6-AE61-4C08-986A-D371FCAF1DAC}" destId="{87FCAEC1-8C5E-4EEB-83EC-5D67454A89BE}" srcOrd="3" destOrd="0" presId="urn:microsoft.com/office/officeart/2005/8/layout/equation2"/>
    <dgm:cxn modelId="{33BE7A07-B62E-48DC-B223-E4BB1BB08BA3}" type="presParOf" srcId="{0354C0B6-AE61-4C08-986A-D371FCAF1DAC}" destId="{5C9DE1B6-B413-4658-BD91-EA3985312D5A}" srcOrd="4" destOrd="0" presId="urn:microsoft.com/office/officeart/2005/8/layout/equation2"/>
    <dgm:cxn modelId="{75498A94-55B0-4263-BB44-5DC4E5FC1F32}" type="presParOf" srcId="{AB76A9BC-6F3B-491E-A668-D9A97A58A47B}" destId="{D2B0EF10-DC6B-4AF0-BC5C-671E2F68DF7E}" srcOrd="1" destOrd="0" presId="urn:microsoft.com/office/officeart/2005/8/layout/equation2"/>
    <dgm:cxn modelId="{C0F30AA0-1E8C-4CFF-91EF-1A562860140A}" type="presParOf" srcId="{D2B0EF10-DC6B-4AF0-BC5C-671E2F68DF7E}" destId="{AF1135FA-692B-45E5-9A10-0076BAB0C841}" srcOrd="0" destOrd="0" presId="urn:microsoft.com/office/officeart/2005/8/layout/equation2"/>
    <dgm:cxn modelId="{E1BD200F-EB3C-4F49-9D5B-992C2803E774}" type="presParOf" srcId="{AB76A9BC-6F3B-491E-A668-D9A97A58A47B}" destId="{EE7E8DC8-2097-4967-BFF7-14685B5F34BE}" srcOrd="2" destOrd="0" presId="urn:microsoft.com/office/officeart/2005/8/layout/equation2"/>
  </dgm:cxnLst>
  <dgm:bg>
    <a:noFill/>
  </dgm:bg>
  <dgm:whole>
    <a:ln w="9525" cap="flat" cmpd="sng" algn="ctr">
      <a:solidFill>
        <a:schemeClr val="tx1"/>
      </a:solidFill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249C56D-CE6D-451D-82F8-1F1CEC557395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0_2" csCatId="mainScheme" phldr="0"/>
      <dgm:spPr/>
      <dgm:t>
        <a:bodyPr/>
        <a:lstStyle/>
        <a:p>
          <a:endParaRPr lang="vi-VN"/>
        </a:p>
      </dgm:t>
    </dgm:pt>
    <dgm:pt modelId="{D496180A-F3D8-4BCC-82D6-70FBEF1DA23B}">
      <dgm:prSet phldrT="[Text]" phldr="1"/>
      <dgm:spPr/>
      <dgm:t>
        <a:bodyPr/>
        <a:lstStyle/>
        <a:p>
          <a:endParaRPr lang="vi-VN"/>
        </a:p>
      </dgm:t>
    </dgm:pt>
    <dgm:pt modelId="{A59394CD-3C03-4842-98B1-91726DA72827}" type="parTrans" cxnId="{678901B1-2B28-4C11-9BDE-6E30B19C59AF}">
      <dgm:prSet/>
      <dgm:spPr/>
      <dgm:t>
        <a:bodyPr/>
        <a:lstStyle/>
        <a:p>
          <a:endParaRPr lang="vi-VN"/>
        </a:p>
      </dgm:t>
    </dgm:pt>
    <dgm:pt modelId="{7599FCD5-B909-4EF2-B728-9BD89F888BAC}" type="sibTrans" cxnId="{678901B1-2B28-4C11-9BDE-6E30B19C59AF}">
      <dgm:prSet/>
      <dgm:spPr/>
      <dgm:t>
        <a:bodyPr/>
        <a:lstStyle/>
        <a:p>
          <a:endParaRPr lang="vi-VN"/>
        </a:p>
      </dgm:t>
    </dgm:pt>
    <dgm:pt modelId="{3BC994FC-03FC-44BC-82DD-B741FEB63968}">
      <dgm:prSet phldrT="[Text]" phldr="1"/>
      <dgm:spPr/>
      <dgm:t>
        <a:bodyPr/>
        <a:lstStyle/>
        <a:p>
          <a:endParaRPr lang="vi-VN"/>
        </a:p>
      </dgm:t>
    </dgm:pt>
    <dgm:pt modelId="{DA9F25EF-DE36-4FAF-88B5-ED5E2D3EB54D}" type="parTrans" cxnId="{D56965E0-44EF-4CA5-B1F1-9AAC4EE847A9}">
      <dgm:prSet/>
      <dgm:spPr/>
      <dgm:t>
        <a:bodyPr/>
        <a:lstStyle/>
        <a:p>
          <a:endParaRPr lang="vi-VN"/>
        </a:p>
      </dgm:t>
    </dgm:pt>
    <dgm:pt modelId="{3164D7A7-70D1-4514-B0DB-03B778A149A9}" type="sibTrans" cxnId="{D56965E0-44EF-4CA5-B1F1-9AAC4EE847A9}">
      <dgm:prSet/>
      <dgm:spPr/>
      <dgm:t>
        <a:bodyPr/>
        <a:lstStyle/>
        <a:p>
          <a:endParaRPr lang="vi-VN"/>
        </a:p>
      </dgm:t>
    </dgm:pt>
    <dgm:pt modelId="{8BF3F001-4B7E-4408-A7B3-CF43835BB9A1}">
      <dgm:prSet phldrT="[Text]" phldr="1"/>
      <dgm:spPr/>
      <dgm:t>
        <a:bodyPr/>
        <a:lstStyle/>
        <a:p>
          <a:endParaRPr lang="vi-VN"/>
        </a:p>
      </dgm:t>
    </dgm:pt>
    <dgm:pt modelId="{322600F7-32E3-4084-A3F6-03761FFE3F10}" type="parTrans" cxnId="{7AE654FB-4613-41B3-8098-19EDA5AC8F74}">
      <dgm:prSet/>
      <dgm:spPr/>
      <dgm:t>
        <a:bodyPr/>
        <a:lstStyle/>
        <a:p>
          <a:endParaRPr lang="vi-VN"/>
        </a:p>
      </dgm:t>
    </dgm:pt>
    <dgm:pt modelId="{47E458C6-8F94-46AA-ACCE-9A1B40885D2D}" type="sibTrans" cxnId="{7AE654FB-4613-41B3-8098-19EDA5AC8F74}">
      <dgm:prSet/>
      <dgm:spPr/>
      <dgm:t>
        <a:bodyPr/>
        <a:lstStyle/>
        <a:p>
          <a:endParaRPr lang="vi-VN"/>
        </a:p>
      </dgm:t>
    </dgm:pt>
    <dgm:pt modelId="{080CE89E-93A9-477F-9DB0-1BCDE628F03F}" type="pres">
      <dgm:prSet presAssocID="{6249C56D-CE6D-451D-82F8-1F1CEC557395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4FB40EB2-BCE8-4582-AF34-717265EBAADF}" type="pres">
      <dgm:prSet presAssocID="{D496180A-F3D8-4BCC-82D6-70FBEF1DA23B}" presName="Accent1" presStyleCnt="0"/>
      <dgm:spPr/>
    </dgm:pt>
    <dgm:pt modelId="{B94FA3DF-BEE9-4BCC-9448-695EB44514AC}" type="pres">
      <dgm:prSet presAssocID="{D496180A-F3D8-4BCC-82D6-70FBEF1DA23B}" presName="Accent" presStyleLbl="node1" presStyleIdx="0" presStyleCnt="3"/>
      <dgm:spPr/>
    </dgm:pt>
    <dgm:pt modelId="{270DE300-4271-4A4F-B9FB-28B8EC13EE0D}" type="pres">
      <dgm:prSet presAssocID="{D496180A-F3D8-4BCC-82D6-70FBEF1DA23B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4D6BB1E6-C769-4E7B-A901-5FDC2CF4871D}" type="pres">
      <dgm:prSet presAssocID="{3BC994FC-03FC-44BC-82DD-B741FEB63968}" presName="Accent2" presStyleCnt="0"/>
      <dgm:spPr/>
    </dgm:pt>
    <dgm:pt modelId="{5EFA504E-2198-434A-8FE8-F50FBB477E74}" type="pres">
      <dgm:prSet presAssocID="{3BC994FC-03FC-44BC-82DD-B741FEB63968}" presName="Accent" presStyleLbl="node1" presStyleIdx="1" presStyleCnt="3"/>
      <dgm:spPr/>
    </dgm:pt>
    <dgm:pt modelId="{E8A00A83-A1EF-42E2-8323-8D2A67AD7349}" type="pres">
      <dgm:prSet presAssocID="{3BC994FC-03FC-44BC-82DD-B741FEB63968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944D9115-1DF4-45CC-9503-EB7ADBDBF851}" type="pres">
      <dgm:prSet presAssocID="{8BF3F001-4B7E-4408-A7B3-CF43835BB9A1}" presName="Accent3" presStyleCnt="0"/>
      <dgm:spPr/>
    </dgm:pt>
    <dgm:pt modelId="{8F062990-4275-462C-9A3A-4C1D341DDB3F}" type="pres">
      <dgm:prSet presAssocID="{8BF3F001-4B7E-4408-A7B3-CF43835BB9A1}" presName="Accent" presStyleLbl="node1" presStyleIdx="2" presStyleCnt="3"/>
      <dgm:spPr/>
    </dgm:pt>
    <dgm:pt modelId="{76FA57A1-39BF-4CEB-861E-C73013C40EA1}" type="pres">
      <dgm:prSet presAssocID="{8BF3F001-4B7E-4408-A7B3-CF43835BB9A1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20B13A03-78E6-4435-BD29-2A489927CBDA}" type="presOf" srcId="{3BC994FC-03FC-44BC-82DD-B741FEB63968}" destId="{E8A00A83-A1EF-42E2-8323-8D2A67AD7349}" srcOrd="0" destOrd="0" presId="urn:microsoft.com/office/officeart/2009/layout/CircleArrowProcess"/>
    <dgm:cxn modelId="{40AECE91-15BA-430E-BA12-D2214CCAD140}" type="presOf" srcId="{D496180A-F3D8-4BCC-82D6-70FBEF1DA23B}" destId="{270DE300-4271-4A4F-B9FB-28B8EC13EE0D}" srcOrd="0" destOrd="0" presId="urn:microsoft.com/office/officeart/2009/layout/CircleArrowProcess"/>
    <dgm:cxn modelId="{678901B1-2B28-4C11-9BDE-6E30B19C59AF}" srcId="{6249C56D-CE6D-451D-82F8-1F1CEC557395}" destId="{D496180A-F3D8-4BCC-82D6-70FBEF1DA23B}" srcOrd="0" destOrd="0" parTransId="{A59394CD-3C03-4842-98B1-91726DA72827}" sibTransId="{7599FCD5-B909-4EF2-B728-9BD89F888BAC}"/>
    <dgm:cxn modelId="{0906FBDC-BDEB-4631-BBA9-7540153549EB}" type="presOf" srcId="{8BF3F001-4B7E-4408-A7B3-CF43835BB9A1}" destId="{76FA57A1-39BF-4CEB-861E-C73013C40EA1}" srcOrd="0" destOrd="0" presId="urn:microsoft.com/office/officeart/2009/layout/CircleArrowProcess"/>
    <dgm:cxn modelId="{D56965E0-44EF-4CA5-B1F1-9AAC4EE847A9}" srcId="{6249C56D-CE6D-451D-82F8-1F1CEC557395}" destId="{3BC994FC-03FC-44BC-82DD-B741FEB63968}" srcOrd="1" destOrd="0" parTransId="{DA9F25EF-DE36-4FAF-88B5-ED5E2D3EB54D}" sibTransId="{3164D7A7-70D1-4514-B0DB-03B778A149A9}"/>
    <dgm:cxn modelId="{472C88F6-3F28-4964-8BD2-543DF67F7F43}" type="presOf" srcId="{6249C56D-CE6D-451D-82F8-1F1CEC557395}" destId="{080CE89E-93A9-477F-9DB0-1BCDE628F03F}" srcOrd="0" destOrd="0" presId="urn:microsoft.com/office/officeart/2009/layout/CircleArrowProcess"/>
    <dgm:cxn modelId="{7AE654FB-4613-41B3-8098-19EDA5AC8F74}" srcId="{6249C56D-CE6D-451D-82F8-1F1CEC557395}" destId="{8BF3F001-4B7E-4408-A7B3-CF43835BB9A1}" srcOrd="2" destOrd="0" parTransId="{322600F7-32E3-4084-A3F6-03761FFE3F10}" sibTransId="{47E458C6-8F94-46AA-ACCE-9A1B40885D2D}"/>
    <dgm:cxn modelId="{2AB47AA6-0766-49E2-ABE4-5EBBEF894628}" type="presParOf" srcId="{080CE89E-93A9-477F-9DB0-1BCDE628F03F}" destId="{4FB40EB2-BCE8-4582-AF34-717265EBAADF}" srcOrd="0" destOrd="0" presId="urn:microsoft.com/office/officeart/2009/layout/CircleArrowProcess"/>
    <dgm:cxn modelId="{634D2E7E-EEE6-4ACF-A160-8D9D0BDB6ADA}" type="presParOf" srcId="{4FB40EB2-BCE8-4582-AF34-717265EBAADF}" destId="{B94FA3DF-BEE9-4BCC-9448-695EB44514AC}" srcOrd="0" destOrd="0" presId="urn:microsoft.com/office/officeart/2009/layout/CircleArrowProcess"/>
    <dgm:cxn modelId="{C12C6E87-380C-425B-BB1E-F3B5AAB6C7ED}" type="presParOf" srcId="{080CE89E-93A9-477F-9DB0-1BCDE628F03F}" destId="{270DE300-4271-4A4F-B9FB-28B8EC13EE0D}" srcOrd="1" destOrd="0" presId="urn:microsoft.com/office/officeart/2009/layout/CircleArrowProcess"/>
    <dgm:cxn modelId="{8726DAF6-145D-43F3-82DE-49CB5D9CDB51}" type="presParOf" srcId="{080CE89E-93A9-477F-9DB0-1BCDE628F03F}" destId="{4D6BB1E6-C769-4E7B-A901-5FDC2CF4871D}" srcOrd="2" destOrd="0" presId="urn:microsoft.com/office/officeart/2009/layout/CircleArrowProcess"/>
    <dgm:cxn modelId="{6A6885AE-0CC3-4294-9986-A5C59A7A727C}" type="presParOf" srcId="{4D6BB1E6-C769-4E7B-A901-5FDC2CF4871D}" destId="{5EFA504E-2198-434A-8FE8-F50FBB477E74}" srcOrd="0" destOrd="0" presId="urn:microsoft.com/office/officeart/2009/layout/CircleArrowProcess"/>
    <dgm:cxn modelId="{FDC55BD2-4778-42EC-A657-B544FB4A479E}" type="presParOf" srcId="{080CE89E-93A9-477F-9DB0-1BCDE628F03F}" destId="{E8A00A83-A1EF-42E2-8323-8D2A67AD7349}" srcOrd="3" destOrd="0" presId="urn:microsoft.com/office/officeart/2009/layout/CircleArrowProcess"/>
    <dgm:cxn modelId="{F431F14F-F16E-4444-9F5D-62DA62248431}" type="presParOf" srcId="{080CE89E-93A9-477F-9DB0-1BCDE628F03F}" destId="{944D9115-1DF4-45CC-9503-EB7ADBDBF851}" srcOrd="4" destOrd="0" presId="urn:microsoft.com/office/officeart/2009/layout/CircleArrowProcess"/>
    <dgm:cxn modelId="{2B4DA341-538A-4299-8EAC-671DB86D0A16}" type="presParOf" srcId="{944D9115-1DF4-45CC-9503-EB7ADBDBF851}" destId="{8F062990-4275-462C-9A3A-4C1D341DDB3F}" srcOrd="0" destOrd="0" presId="urn:microsoft.com/office/officeart/2009/layout/CircleArrowProcess"/>
    <dgm:cxn modelId="{C533A3F0-1F12-40F6-80B3-26D7A9920F8D}" type="presParOf" srcId="{080CE89E-93A9-477F-9DB0-1BCDE628F03F}" destId="{76FA57A1-39BF-4CEB-861E-C73013C40EA1}" srcOrd="5" destOrd="0" presId="urn:microsoft.com/office/officeart/2009/layout/CircleArrowProcess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052145-3833-4ABD-8AF6-D1E194A8AE75}">
      <dsp:nvSpPr>
        <dsp:cNvPr id="0" name=""/>
        <dsp:cNvSpPr/>
      </dsp:nvSpPr>
      <dsp:spPr>
        <a:xfrm>
          <a:off x="371958" y="321158"/>
          <a:ext cx="246682" cy="2466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>
        <a:off x="408084" y="357284"/>
        <a:ext cx="174430" cy="174430"/>
      </dsp:txXfrm>
    </dsp:sp>
    <dsp:sp modelId="{FD65F0DE-9D57-44B0-8A53-4757BBC9D8FB}">
      <dsp:nvSpPr>
        <dsp:cNvPr id="0" name=""/>
        <dsp:cNvSpPr/>
      </dsp:nvSpPr>
      <dsp:spPr>
        <a:xfrm rot="16200000">
          <a:off x="458244" y="261691"/>
          <a:ext cx="74110" cy="44824"/>
        </a:xfrm>
        <a:custGeom>
          <a:avLst/>
          <a:gdLst/>
          <a:ahLst/>
          <a:cxnLst/>
          <a:rect l="0" t="0" r="0" b="0"/>
          <a:pathLst>
            <a:path>
              <a:moveTo>
                <a:pt x="0" y="22412"/>
              </a:moveTo>
              <a:lnTo>
                <a:pt x="74110" y="2241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>
        <a:off x="493447" y="282250"/>
        <a:ext cx="3705" cy="3705"/>
      </dsp:txXfrm>
    </dsp:sp>
    <dsp:sp modelId="{712F19BD-447E-4EAA-BE7C-579DC954F8CB}">
      <dsp:nvSpPr>
        <dsp:cNvPr id="0" name=""/>
        <dsp:cNvSpPr/>
      </dsp:nvSpPr>
      <dsp:spPr>
        <a:xfrm>
          <a:off x="371958" y="365"/>
          <a:ext cx="246682" cy="2466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>
        <a:off x="408084" y="36491"/>
        <a:ext cx="174430" cy="174430"/>
      </dsp:txXfrm>
    </dsp:sp>
    <dsp:sp modelId="{25262D1D-E899-4356-96D4-97DE824C7EE2}">
      <dsp:nvSpPr>
        <dsp:cNvPr id="0" name=""/>
        <dsp:cNvSpPr/>
      </dsp:nvSpPr>
      <dsp:spPr>
        <a:xfrm>
          <a:off x="618641" y="422087"/>
          <a:ext cx="74110" cy="44824"/>
        </a:xfrm>
        <a:custGeom>
          <a:avLst/>
          <a:gdLst/>
          <a:ahLst/>
          <a:cxnLst/>
          <a:rect l="0" t="0" r="0" b="0"/>
          <a:pathLst>
            <a:path>
              <a:moveTo>
                <a:pt x="0" y="22412"/>
              </a:moveTo>
              <a:lnTo>
                <a:pt x="74110" y="2241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>
        <a:off x="653844" y="442647"/>
        <a:ext cx="3705" cy="3705"/>
      </dsp:txXfrm>
    </dsp:sp>
    <dsp:sp modelId="{AAB23138-0FC4-4560-BC36-C4CDCCE9FE5F}">
      <dsp:nvSpPr>
        <dsp:cNvPr id="0" name=""/>
        <dsp:cNvSpPr/>
      </dsp:nvSpPr>
      <dsp:spPr>
        <a:xfrm>
          <a:off x="692752" y="321158"/>
          <a:ext cx="246682" cy="2466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>
        <a:off x="728878" y="357284"/>
        <a:ext cx="174430" cy="174430"/>
      </dsp:txXfrm>
    </dsp:sp>
    <dsp:sp modelId="{6E5CDE7B-FA4B-4D48-810D-E7EA17B30162}">
      <dsp:nvSpPr>
        <dsp:cNvPr id="0" name=""/>
        <dsp:cNvSpPr/>
      </dsp:nvSpPr>
      <dsp:spPr>
        <a:xfrm rot="5400000">
          <a:off x="458244" y="582484"/>
          <a:ext cx="74110" cy="44824"/>
        </a:xfrm>
        <a:custGeom>
          <a:avLst/>
          <a:gdLst/>
          <a:ahLst/>
          <a:cxnLst/>
          <a:rect l="0" t="0" r="0" b="0"/>
          <a:pathLst>
            <a:path>
              <a:moveTo>
                <a:pt x="0" y="22412"/>
              </a:moveTo>
              <a:lnTo>
                <a:pt x="74110" y="2241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>
        <a:off x="493447" y="603044"/>
        <a:ext cx="3705" cy="3705"/>
      </dsp:txXfrm>
    </dsp:sp>
    <dsp:sp modelId="{9549DAC4-84E1-4D61-903F-057A3A03B8CE}">
      <dsp:nvSpPr>
        <dsp:cNvPr id="0" name=""/>
        <dsp:cNvSpPr/>
      </dsp:nvSpPr>
      <dsp:spPr>
        <a:xfrm>
          <a:off x="371958" y="641952"/>
          <a:ext cx="246682" cy="2466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>
        <a:off x="408084" y="678078"/>
        <a:ext cx="174430" cy="174430"/>
      </dsp:txXfrm>
    </dsp:sp>
    <dsp:sp modelId="{1977AFD5-B20B-4960-8843-1C697DBDE0EF}">
      <dsp:nvSpPr>
        <dsp:cNvPr id="0" name=""/>
        <dsp:cNvSpPr/>
      </dsp:nvSpPr>
      <dsp:spPr>
        <a:xfrm rot="10800000">
          <a:off x="297847" y="422087"/>
          <a:ext cx="74110" cy="44824"/>
        </a:xfrm>
        <a:custGeom>
          <a:avLst/>
          <a:gdLst/>
          <a:ahLst/>
          <a:cxnLst/>
          <a:rect l="0" t="0" r="0" b="0"/>
          <a:pathLst>
            <a:path>
              <a:moveTo>
                <a:pt x="0" y="22412"/>
              </a:moveTo>
              <a:lnTo>
                <a:pt x="74110" y="2241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 rot="10800000">
        <a:off x="333050" y="442647"/>
        <a:ext cx="3705" cy="3705"/>
      </dsp:txXfrm>
    </dsp:sp>
    <dsp:sp modelId="{718F1E11-C116-4501-A228-EEBD25F72BF0}">
      <dsp:nvSpPr>
        <dsp:cNvPr id="0" name=""/>
        <dsp:cNvSpPr/>
      </dsp:nvSpPr>
      <dsp:spPr>
        <a:xfrm>
          <a:off x="51165" y="321158"/>
          <a:ext cx="246682" cy="2466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>
        <a:off x="87291" y="357284"/>
        <a:ext cx="174430" cy="1744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D77D51-96A7-4C71-BB59-270D83ECB9B8}">
      <dsp:nvSpPr>
        <dsp:cNvPr id="0" name=""/>
        <dsp:cNvSpPr/>
      </dsp:nvSpPr>
      <dsp:spPr>
        <a:xfrm>
          <a:off x="248741" y="197941"/>
          <a:ext cx="493117" cy="49311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1000" kern="1200"/>
        </a:p>
      </dsp:txBody>
      <dsp:txXfrm>
        <a:off x="320956" y="270156"/>
        <a:ext cx="348687" cy="348687"/>
      </dsp:txXfrm>
    </dsp:sp>
    <dsp:sp modelId="{9E76CE86-0161-4957-918D-059EBB0452C2}">
      <dsp:nvSpPr>
        <dsp:cNvPr id="0" name=""/>
        <dsp:cNvSpPr/>
      </dsp:nvSpPr>
      <dsp:spPr>
        <a:xfrm>
          <a:off x="372020" y="88"/>
          <a:ext cx="246558" cy="24655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>
        <a:off x="408128" y="36196"/>
        <a:ext cx="174342" cy="174342"/>
      </dsp:txXfrm>
    </dsp:sp>
    <dsp:sp modelId="{F1742899-E858-4A55-B602-54E01ED55079}">
      <dsp:nvSpPr>
        <dsp:cNvPr id="0" name=""/>
        <dsp:cNvSpPr/>
      </dsp:nvSpPr>
      <dsp:spPr>
        <a:xfrm>
          <a:off x="693153" y="321220"/>
          <a:ext cx="246558" cy="24655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>
        <a:off x="729261" y="357328"/>
        <a:ext cx="174342" cy="174342"/>
      </dsp:txXfrm>
    </dsp:sp>
    <dsp:sp modelId="{49C222A9-3AEC-4C5C-8887-5C570BB8C7BB}">
      <dsp:nvSpPr>
        <dsp:cNvPr id="0" name=""/>
        <dsp:cNvSpPr/>
      </dsp:nvSpPr>
      <dsp:spPr>
        <a:xfrm>
          <a:off x="372020" y="642353"/>
          <a:ext cx="246558" cy="24655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>
        <a:off x="408128" y="678461"/>
        <a:ext cx="174342" cy="174342"/>
      </dsp:txXfrm>
    </dsp:sp>
    <dsp:sp modelId="{5F12DC5F-05BA-448B-AFA8-8B42E9F27A89}">
      <dsp:nvSpPr>
        <dsp:cNvPr id="0" name=""/>
        <dsp:cNvSpPr/>
      </dsp:nvSpPr>
      <dsp:spPr>
        <a:xfrm>
          <a:off x="50888" y="321220"/>
          <a:ext cx="246558" cy="24655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>
        <a:off x="86996" y="357328"/>
        <a:ext cx="174342" cy="1743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B0DA32-92A9-46AB-9B00-DDE449401DF1}">
      <dsp:nvSpPr>
        <dsp:cNvPr id="0" name=""/>
        <dsp:cNvSpPr/>
      </dsp:nvSpPr>
      <dsp:spPr>
        <a:xfrm>
          <a:off x="352611" y="10485"/>
          <a:ext cx="285377" cy="1854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700" kern="1200"/>
        </a:p>
      </dsp:txBody>
      <dsp:txXfrm>
        <a:off x="361666" y="19540"/>
        <a:ext cx="267267" cy="167385"/>
      </dsp:txXfrm>
    </dsp:sp>
    <dsp:sp modelId="{F9A9BD40-E5C8-4180-9E5E-F9CE9D96317D}">
      <dsp:nvSpPr>
        <dsp:cNvPr id="0" name=""/>
        <dsp:cNvSpPr/>
      </dsp:nvSpPr>
      <dsp:spPr>
        <a:xfrm>
          <a:off x="124782" y="103233"/>
          <a:ext cx="741035" cy="741035"/>
        </a:xfrm>
        <a:custGeom>
          <a:avLst/>
          <a:gdLst/>
          <a:ahLst/>
          <a:cxnLst/>
          <a:rect l="0" t="0" r="0" b="0"/>
          <a:pathLst>
            <a:path>
              <a:moveTo>
                <a:pt x="515166" y="29401"/>
              </a:moveTo>
              <a:arcTo wR="370517" hR="370517" stAng="17578745" swAng="1960936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588D27-26A8-49A8-A403-E19962593421}">
      <dsp:nvSpPr>
        <dsp:cNvPr id="0" name=""/>
        <dsp:cNvSpPr/>
      </dsp:nvSpPr>
      <dsp:spPr>
        <a:xfrm>
          <a:off x="704994" y="266507"/>
          <a:ext cx="285377" cy="1854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700" kern="1200"/>
        </a:p>
      </dsp:txBody>
      <dsp:txXfrm>
        <a:off x="714049" y="275562"/>
        <a:ext cx="267267" cy="167385"/>
      </dsp:txXfrm>
    </dsp:sp>
    <dsp:sp modelId="{FF3369BB-6F39-46A9-B03E-471C1A0D50F4}">
      <dsp:nvSpPr>
        <dsp:cNvPr id="0" name=""/>
        <dsp:cNvSpPr/>
      </dsp:nvSpPr>
      <dsp:spPr>
        <a:xfrm>
          <a:off x="124782" y="103233"/>
          <a:ext cx="741035" cy="741035"/>
        </a:xfrm>
        <a:custGeom>
          <a:avLst/>
          <a:gdLst/>
          <a:ahLst/>
          <a:cxnLst/>
          <a:rect l="0" t="0" r="0" b="0"/>
          <a:pathLst>
            <a:path>
              <a:moveTo>
                <a:pt x="740528" y="351137"/>
              </a:moveTo>
              <a:arcTo wR="370517" hR="370517" stAng="21420101" swAng="219584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38710A-8FE6-4BB9-9295-30BB3185EC05}">
      <dsp:nvSpPr>
        <dsp:cNvPr id="0" name=""/>
        <dsp:cNvSpPr/>
      </dsp:nvSpPr>
      <dsp:spPr>
        <a:xfrm>
          <a:off x="570395" y="680758"/>
          <a:ext cx="285377" cy="1854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700" kern="1200"/>
        </a:p>
      </dsp:txBody>
      <dsp:txXfrm>
        <a:off x="579450" y="689813"/>
        <a:ext cx="267267" cy="167385"/>
      </dsp:txXfrm>
    </dsp:sp>
    <dsp:sp modelId="{EAD6E4A7-1A4F-4615-B02E-5E3A1CEC8B35}">
      <dsp:nvSpPr>
        <dsp:cNvPr id="0" name=""/>
        <dsp:cNvSpPr/>
      </dsp:nvSpPr>
      <dsp:spPr>
        <a:xfrm>
          <a:off x="124782" y="103233"/>
          <a:ext cx="741035" cy="741035"/>
        </a:xfrm>
        <a:custGeom>
          <a:avLst/>
          <a:gdLst/>
          <a:ahLst/>
          <a:cxnLst/>
          <a:rect l="0" t="0" r="0" b="0"/>
          <a:pathLst>
            <a:path>
              <a:moveTo>
                <a:pt x="444142" y="733647"/>
              </a:moveTo>
              <a:arcTo wR="370517" hR="370517" stAng="4712318" swAng="1375365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7E84E8-D71D-415A-8694-8AB6361B972E}">
      <dsp:nvSpPr>
        <dsp:cNvPr id="0" name=""/>
        <dsp:cNvSpPr/>
      </dsp:nvSpPr>
      <dsp:spPr>
        <a:xfrm>
          <a:off x="134826" y="680758"/>
          <a:ext cx="285377" cy="1854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700" kern="1200"/>
        </a:p>
      </dsp:txBody>
      <dsp:txXfrm>
        <a:off x="143881" y="689813"/>
        <a:ext cx="267267" cy="167385"/>
      </dsp:txXfrm>
    </dsp:sp>
    <dsp:sp modelId="{5E878A77-F74E-4D3C-9CCA-184F5B478996}">
      <dsp:nvSpPr>
        <dsp:cNvPr id="0" name=""/>
        <dsp:cNvSpPr/>
      </dsp:nvSpPr>
      <dsp:spPr>
        <a:xfrm>
          <a:off x="124782" y="103233"/>
          <a:ext cx="741035" cy="741035"/>
        </a:xfrm>
        <a:custGeom>
          <a:avLst/>
          <a:gdLst/>
          <a:ahLst/>
          <a:cxnLst/>
          <a:rect l="0" t="0" r="0" b="0"/>
          <a:pathLst>
            <a:path>
              <a:moveTo>
                <a:pt x="61902" y="575554"/>
              </a:moveTo>
              <a:arcTo wR="370517" hR="370517" stAng="8784058" swAng="219584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8A57A2-1A3B-41A4-A8B8-A8DA40566C0C}">
      <dsp:nvSpPr>
        <dsp:cNvPr id="0" name=""/>
        <dsp:cNvSpPr/>
      </dsp:nvSpPr>
      <dsp:spPr>
        <a:xfrm>
          <a:off x="227" y="266507"/>
          <a:ext cx="285377" cy="1854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700" kern="1200"/>
        </a:p>
      </dsp:txBody>
      <dsp:txXfrm>
        <a:off x="9282" y="275562"/>
        <a:ext cx="267267" cy="167385"/>
      </dsp:txXfrm>
    </dsp:sp>
    <dsp:sp modelId="{F0C3B1EB-CAC0-4883-8ABD-87C35E5680F9}">
      <dsp:nvSpPr>
        <dsp:cNvPr id="0" name=""/>
        <dsp:cNvSpPr/>
      </dsp:nvSpPr>
      <dsp:spPr>
        <a:xfrm>
          <a:off x="124782" y="103233"/>
          <a:ext cx="741035" cy="741035"/>
        </a:xfrm>
        <a:custGeom>
          <a:avLst/>
          <a:gdLst/>
          <a:ahLst/>
          <a:cxnLst/>
          <a:rect l="0" t="0" r="0" b="0"/>
          <a:pathLst>
            <a:path>
              <a:moveTo>
                <a:pt x="64574" y="161515"/>
              </a:moveTo>
              <a:arcTo wR="370517" hR="370517" stAng="12860318" swAng="1960936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A77A91-AF6D-46EB-BE8F-D4D85E9F70A0}">
      <dsp:nvSpPr>
        <dsp:cNvPr id="0" name=""/>
        <dsp:cNvSpPr/>
      </dsp:nvSpPr>
      <dsp:spPr>
        <a:xfrm>
          <a:off x="290" y="373784"/>
          <a:ext cx="353578" cy="14143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>
        <a:off x="71006" y="373784"/>
        <a:ext cx="212147" cy="141431"/>
      </dsp:txXfrm>
    </dsp:sp>
    <dsp:sp modelId="{B2AEC685-AC5B-4997-BE9C-AF38FD0CC0F7}">
      <dsp:nvSpPr>
        <dsp:cNvPr id="0" name=""/>
        <dsp:cNvSpPr/>
      </dsp:nvSpPr>
      <dsp:spPr>
        <a:xfrm>
          <a:off x="318510" y="373784"/>
          <a:ext cx="353578" cy="14143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>
        <a:off x="389226" y="373784"/>
        <a:ext cx="212147" cy="141431"/>
      </dsp:txXfrm>
    </dsp:sp>
    <dsp:sp modelId="{FE1C97AA-650F-4B9C-BB8A-2DE46CE45294}">
      <dsp:nvSpPr>
        <dsp:cNvPr id="0" name=""/>
        <dsp:cNvSpPr/>
      </dsp:nvSpPr>
      <dsp:spPr>
        <a:xfrm>
          <a:off x="636731" y="373784"/>
          <a:ext cx="353578" cy="14143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>
        <a:off x="707447" y="373784"/>
        <a:ext cx="212147" cy="1414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3942C5-AB81-4CAE-9233-E316CBFABB90}">
      <dsp:nvSpPr>
        <dsp:cNvPr id="0" name=""/>
        <dsp:cNvSpPr/>
      </dsp:nvSpPr>
      <dsp:spPr>
        <a:xfrm>
          <a:off x="153304" y="102504"/>
          <a:ext cx="683991" cy="683991"/>
        </a:xfrm>
        <a:prstGeom prst="blockArc">
          <a:avLst>
            <a:gd name="adj1" fmla="val 10800000"/>
            <a:gd name="adj2" fmla="val 162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CCBDAB-9C21-4440-8438-1CF8695C1404}">
      <dsp:nvSpPr>
        <dsp:cNvPr id="0" name=""/>
        <dsp:cNvSpPr/>
      </dsp:nvSpPr>
      <dsp:spPr>
        <a:xfrm>
          <a:off x="153304" y="102504"/>
          <a:ext cx="683991" cy="683991"/>
        </a:xfrm>
        <a:prstGeom prst="blockArc">
          <a:avLst>
            <a:gd name="adj1" fmla="val 5400000"/>
            <a:gd name="adj2" fmla="val 108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83CF9B-05AF-49DC-9EC0-81E3B862DE01}">
      <dsp:nvSpPr>
        <dsp:cNvPr id="0" name=""/>
        <dsp:cNvSpPr/>
      </dsp:nvSpPr>
      <dsp:spPr>
        <a:xfrm>
          <a:off x="153304" y="102504"/>
          <a:ext cx="683991" cy="683991"/>
        </a:xfrm>
        <a:prstGeom prst="blockArc">
          <a:avLst>
            <a:gd name="adj1" fmla="val 0"/>
            <a:gd name="adj2" fmla="val 54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1DA74E-FD54-4C80-9A2B-B02D0B9A3FE8}">
      <dsp:nvSpPr>
        <dsp:cNvPr id="0" name=""/>
        <dsp:cNvSpPr/>
      </dsp:nvSpPr>
      <dsp:spPr>
        <a:xfrm>
          <a:off x="153304" y="102504"/>
          <a:ext cx="683991" cy="683991"/>
        </a:xfrm>
        <a:prstGeom prst="blockArc">
          <a:avLst>
            <a:gd name="adj1" fmla="val 16200000"/>
            <a:gd name="adj2" fmla="val 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035E94-779C-455B-B507-8A464569BDE6}">
      <dsp:nvSpPr>
        <dsp:cNvPr id="0" name=""/>
        <dsp:cNvSpPr/>
      </dsp:nvSpPr>
      <dsp:spPr>
        <a:xfrm>
          <a:off x="337858" y="287058"/>
          <a:ext cx="314883" cy="3148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600" kern="1200"/>
        </a:p>
      </dsp:txBody>
      <dsp:txXfrm>
        <a:off x="383972" y="333172"/>
        <a:ext cx="222655" cy="222655"/>
      </dsp:txXfrm>
    </dsp:sp>
    <dsp:sp modelId="{62F9A7FF-4ADE-4D50-B698-5E4CE64ECBE8}">
      <dsp:nvSpPr>
        <dsp:cNvPr id="0" name=""/>
        <dsp:cNvSpPr/>
      </dsp:nvSpPr>
      <dsp:spPr>
        <a:xfrm>
          <a:off x="385090" y="229"/>
          <a:ext cx="220418" cy="22041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>
        <a:off x="417369" y="32508"/>
        <a:ext cx="155860" cy="155860"/>
      </dsp:txXfrm>
    </dsp:sp>
    <dsp:sp modelId="{F728C55D-808E-42D0-AA68-F1D3FCB20084}">
      <dsp:nvSpPr>
        <dsp:cNvPr id="0" name=""/>
        <dsp:cNvSpPr/>
      </dsp:nvSpPr>
      <dsp:spPr>
        <a:xfrm>
          <a:off x="719151" y="334290"/>
          <a:ext cx="220418" cy="22041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>
        <a:off x="751430" y="366569"/>
        <a:ext cx="155860" cy="155860"/>
      </dsp:txXfrm>
    </dsp:sp>
    <dsp:sp modelId="{885E9BCB-2949-4046-8B8C-23634171FE5A}">
      <dsp:nvSpPr>
        <dsp:cNvPr id="0" name=""/>
        <dsp:cNvSpPr/>
      </dsp:nvSpPr>
      <dsp:spPr>
        <a:xfrm>
          <a:off x="385090" y="668351"/>
          <a:ext cx="220418" cy="22041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>
        <a:off x="417369" y="700630"/>
        <a:ext cx="155860" cy="155860"/>
      </dsp:txXfrm>
    </dsp:sp>
    <dsp:sp modelId="{2499CA67-1B73-4D3F-9AB9-E03E1641916D}">
      <dsp:nvSpPr>
        <dsp:cNvPr id="0" name=""/>
        <dsp:cNvSpPr/>
      </dsp:nvSpPr>
      <dsp:spPr>
        <a:xfrm>
          <a:off x="51029" y="334290"/>
          <a:ext cx="220418" cy="22041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>
        <a:off x="83308" y="366569"/>
        <a:ext cx="155860" cy="1558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F493F2-5ACE-4DF5-8B75-A4CE1A19C425}">
      <dsp:nvSpPr>
        <dsp:cNvPr id="0" name=""/>
        <dsp:cNvSpPr/>
      </dsp:nvSpPr>
      <dsp:spPr>
        <a:xfrm>
          <a:off x="773" y="67781"/>
          <a:ext cx="274736" cy="2747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>
        <a:off x="41007" y="108015"/>
        <a:ext cx="194268" cy="194268"/>
      </dsp:txXfrm>
    </dsp:sp>
    <dsp:sp modelId="{8F787474-487C-4B5B-88CF-587FBE738AE6}">
      <dsp:nvSpPr>
        <dsp:cNvPr id="0" name=""/>
        <dsp:cNvSpPr/>
      </dsp:nvSpPr>
      <dsp:spPr>
        <a:xfrm>
          <a:off x="58468" y="364826"/>
          <a:ext cx="159347" cy="159347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>
        <a:off x="79589" y="425760"/>
        <a:ext cx="117105" cy="37479"/>
      </dsp:txXfrm>
    </dsp:sp>
    <dsp:sp modelId="{5C9DE1B6-B413-4658-BD91-EA3985312D5A}">
      <dsp:nvSpPr>
        <dsp:cNvPr id="0" name=""/>
        <dsp:cNvSpPr/>
      </dsp:nvSpPr>
      <dsp:spPr>
        <a:xfrm>
          <a:off x="773" y="546482"/>
          <a:ext cx="274736" cy="2747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>
        <a:off x="41007" y="586716"/>
        <a:ext cx="194268" cy="194268"/>
      </dsp:txXfrm>
    </dsp:sp>
    <dsp:sp modelId="{D2B0EF10-DC6B-4AF0-BC5C-671E2F68DF7E}">
      <dsp:nvSpPr>
        <dsp:cNvPr id="0" name=""/>
        <dsp:cNvSpPr/>
      </dsp:nvSpPr>
      <dsp:spPr>
        <a:xfrm>
          <a:off x="316721" y="393398"/>
          <a:ext cx="87366" cy="1022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500" kern="1200"/>
        </a:p>
      </dsp:txBody>
      <dsp:txXfrm>
        <a:off x="316721" y="413838"/>
        <a:ext cx="61156" cy="61322"/>
      </dsp:txXfrm>
    </dsp:sp>
    <dsp:sp modelId="{EE7E8DC8-2097-4967-BFF7-14685B5F34BE}">
      <dsp:nvSpPr>
        <dsp:cNvPr id="0" name=""/>
        <dsp:cNvSpPr/>
      </dsp:nvSpPr>
      <dsp:spPr>
        <a:xfrm>
          <a:off x="440352" y="169763"/>
          <a:ext cx="549473" cy="5494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1200" kern="1200"/>
        </a:p>
      </dsp:txBody>
      <dsp:txXfrm>
        <a:off x="520820" y="250231"/>
        <a:ext cx="388537" cy="38853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4FA3DF-BEE9-4BCC-9448-695EB44514AC}">
      <dsp:nvSpPr>
        <dsp:cNvPr id="0" name=""/>
        <dsp:cNvSpPr/>
      </dsp:nvSpPr>
      <dsp:spPr>
        <a:xfrm>
          <a:off x="465048" y="0"/>
          <a:ext cx="611284" cy="611378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0DE300-4271-4A4F-B9FB-28B8EC13EE0D}">
      <dsp:nvSpPr>
        <dsp:cNvPr id="0" name=""/>
        <dsp:cNvSpPr/>
      </dsp:nvSpPr>
      <dsp:spPr>
        <a:xfrm>
          <a:off x="600162" y="220725"/>
          <a:ext cx="339679" cy="169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1000" kern="1200"/>
        </a:p>
      </dsp:txBody>
      <dsp:txXfrm>
        <a:off x="600162" y="220725"/>
        <a:ext cx="339679" cy="169799"/>
      </dsp:txXfrm>
    </dsp:sp>
    <dsp:sp modelId="{5EFA504E-2198-434A-8FE8-F50FBB477E74}">
      <dsp:nvSpPr>
        <dsp:cNvPr id="0" name=""/>
        <dsp:cNvSpPr/>
      </dsp:nvSpPr>
      <dsp:spPr>
        <a:xfrm>
          <a:off x="295266" y="351281"/>
          <a:ext cx="611284" cy="611378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A00A83-A1EF-42E2-8323-8D2A67AD7349}">
      <dsp:nvSpPr>
        <dsp:cNvPr id="0" name=""/>
        <dsp:cNvSpPr/>
      </dsp:nvSpPr>
      <dsp:spPr>
        <a:xfrm>
          <a:off x="431069" y="574039"/>
          <a:ext cx="339679" cy="169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1000" kern="1200"/>
        </a:p>
      </dsp:txBody>
      <dsp:txXfrm>
        <a:off x="431069" y="574039"/>
        <a:ext cx="339679" cy="169799"/>
      </dsp:txXfrm>
    </dsp:sp>
    <dsp:sp modelId="{8F062990-4275-462C-9A3A-4C1D341DDB3F}">
      <dsp:nvSpPr>
        <dsp:cNvPr id="0" name=""/>
        <dsp:cNvSpPr/>
      </dsp:nvSpPr>
      <dsp:spPr>
        <a:xfrm>
          <a:off x="508556" y="744601"/>
          <a:ext cx="525188" cy="525399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A57A1-39BF-4CEB-861E-C73013C40EA1}">
      <dsp:nvSpPr>
        <dsp:cNvPr id="0" name=""/>
        <dsp:cNvSpPr/>
      </dsp:nvSpPr>
      <dsp:spPr>
        <a:xfrm>
          <a:off x="600966" y="927862"/>
          <a:ext cx="339679" cy="169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vi-VN" sz="1000" kern="1200"/>
        </a:p>
      </dsp:txBody>
      <dsp:txXfrm>
        <a:off x="600966" y="927862"/>
        <a:ext cx="339679" cy="1697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685716-0B86-48B7-BEA9-37CA52C515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7D5C2-DAED-422E-82F5-22D0A5911E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D528E-2EDA-4474-866A-DF716A159D98}" type="datetimeFigureOut">
              <a:rPr lang="en-US" smtClean="0"/>
              <a:t>9/3/21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D20EE1-4C2B-4935-9973-3362F94C9BC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588557-6C08-4635-8E6B-3565CCFBAA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49345-F011-4943-B160-9EA408A4C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17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10241-759B-45E0-98F4-1DCE48CEAB8A}" type="datetimeFigureOut">
              <a:rPr lang="en-US" smtClean="0"/>
              <a:t>9/3/21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B2114C-AB4D-4D86-844B-4975A0F34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62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Linh AvantGarde" panose="02000603030000020004"/>
                <a:cs typeface="Times New Roman" panose="02020603050405020304" pitchFamily="18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5B95B197-D065-49F7-BD40-A62E7E7465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060" y="378033"/>
            <a:ext cx="2144820" cy="67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40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6842"/>
            <a:ext cx="7886700" cy="795267"/>
          </a:xfrm>
        </p:spPr>
        <p:txBody>
          <a:bodyPr/>
          <a:lstStyle>
            <a:lvl1pPr>
              <a:defRPr sz="4000" b="1" baseline="0">
                <a:latin typeface="Linh AvantGarde" panose="02000603030000020004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94509"/>
            <a:ext cx="7886700" cy="4982442"/>
          </a:xfrm>
        </p:spPr>
        <p:txBody>
          <a:bodyPr/>
          <a:lstStyle>
            <a:lvl1pPr>
              <a:defRPr sz="2800" baseline="0">
                <a:latin typeface="Linh AvantGarde" panose="02000603030000020004"/>
              </a:defRPr>
            </a:lvl1pPr>
            <a:lvl2pPr>
              <a:defRPr baseline="0">
                <a:latin typeface="Linh AvantGarde" panose="02000603030000020004"/>
              </a:defRPr>
            </a:lvl2pPr>
            <a:lvl3pPr>
              <a:defRPr baseline="0">
                <a:latin typeface="Linh AvantGarde" panose="02000603030000020004"/>
              </a:defRPr>
            </a:lvl3pPr>
            <a:lvl4pPr>
              <a:defRPr baseline="0">
                <a:latin typeface="Linh AvantGarde" panose="02000603030000020004"/>
              </a:defRPr>
            </a:lvl4pPr>
            <a:lvl5pPr>
              <a:defRPr baseline="0">
                <a:latin typeface="Linh AvantGarde" panose="02000603030000020004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27207" y="6546406"/>
            <a:ext cx="1143000" cy="320550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185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23966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3227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93890" y="6546850"/>
            <a:ext cx="1177059" cy="311150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458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066800"/>
            <a:ext cx="3886200" cy="504825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66800"/>
            <a:ext cx="3886200" cy="504825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29686" y="6527800"/>
            <a:ext cx="1128564" cy="330200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378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93891" y="6492874"/>
            <a:ext cx="1117600" cy="365125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140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07745" y="6479020"/>
            <a:ext cx="1117600" cy="365125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784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00" y="1781176"/>
            <a:ext cx="2711450" cy="4244974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324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990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88695" y="6492875"/>
            <a:ext cx="1117600" cy="365125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412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02550" y="6492875"/>
            <a:ext cx="1117600" cy="365125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660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2550" y="6487969"/>
            <a:ext cx="1117600" cy="365125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28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88695" y="6492875"/>
            <a:ext cx="1117600" cy="365125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41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07745" y="6479020"/>
            <a:ext cx="1117600" cy="365125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8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918740-9680-4598-A660-37CB50AF45DF}" type="datetime1">
              <a:rPr lang="en-US"/>
              <a:pPr/>
              <a:t>9/3/21</a:t>
            </a:fld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34593B-A9F5-4E9C-A5EA-687804CA45B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Học Máy – IT 4862</a:t>
            </a:r>
          </a:p>
        </p:txBody>
      </p:sp>
    </p:spTree>
    <p:extLst>
      <p:ext uri="{BB962C8B-B14F-4D97-AF65-F5344CB8AC3E}">
        <p14:creationId xmlns:p14="http://schemas.microsoft.com/office/powerpoint/2010/main" val="3943079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55577"/>
            <a:ext cx="7886700" cy="731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080655"/>
            <a:ext cx="7886700" cy="50058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4675" y="6540580"/>
            <a:ext cx="1117600" cy="3174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1F88B7E-86B8-4862-842E-2DB840C1EC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2023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Linh AvantGarde" panose="02000603030000020004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inh AvantGarde" panose="02000603030000020004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inh AvantGarde" panose="02000603030000020004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inh AvantGarde" panose="02000603030000020004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inh AvantGarde" panose="02000603030000020004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inh AvantGarde" panose="02000603030000020004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26" Type="http://schemas.microsoft.com/office/2007/relationships/diagramDrawing" Target="../diagrams/drawing5.xml"/><Relationship Id="rId3" Type="http://schemas.openxmlformats.org/officeDocument/2006/relationships/diagramLayout" Target="../diagrams/layout1.xml"/><Relationship Id="rId21" Type="http://schemas.microsoft.com/office/2007/relationships/diagramDrawing" Target="../diagrams/drawing4.xml"/><Relationship Id="rId34" Type="http://schemas.openxmlformats.org/officeDocument/2006/relationships/diagramQuickStyle" Target="../diagrams/quickStyle7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5" Type="http://schemas.openxmlformats.org/officeDocument/2006/relationships/diagramColors" Target="../diagrams/colors5.xml"/><Relationship Id="rId33" Type="http://schemas.openxmlformats.org/officeDocument/2006/relationships/diagramLayout" Target="../diagrams/layout7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diagramColors" Target="../diagrams/colors4.xml"/><Relationship Id="rId29" Type="http://schemas.openxmlformats.org/officeDocument/2006/relationships/diagramQuickStyle" Target="../diagrams/quickStyle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24" Type="http://schemas.openxmlformats.org/officeDocument/2006/relationships/diagramQuickStyle" Target="../diagrams/quickStyle5.xml"/><Relationship Id="rId32" Type="http://schemas.openxmlformats.org/officeDocument/2006/relationships/diagramData" Target="../diagrams/data7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23" Type="http://schemas.openxmlformats.org/officeDocument/2006/relationships/diagramLayout" Target="../diagrams/layout5.xml"/><Relationship Id="rId28" Type="http://schemas.openxmlformats.org/officeDocument/2006/relationships/diagramLayout" Target="../diagrams/layout6.xml"/><Relationship Id="rId36" Type="http://schemas.microsoft.com/office/2007/relationships/diagramDrawing" Target="../diagrams/drawing7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31" Type="http://schemas.microsoft.com/office/2007/relationships/diagramDrawing" Target="../diagrams/drawing6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Relationship Id="rId22" Type="http://schemas.openxmlformats.org/officeDocument/2006/relationships/diagramData" Target="../diagrams/data5.xml"/><Relationship Id="rId27" Type="http://schemas.openxmlformats.org/officeDocument/2006/relationships/diagramData" Target="../diagrams/data6.xml"/><Relationship Id="rId30" Type="http://schemas.openxmlformats.org/officeDocument/2006/relationships/diagramColors" Target="../diagrams/colors6.xml"/><Relationship Id="rId35" Type="http://schemas.openxmlformats.org/officeDocument/2006/relationships/diagramColors" Target="../diagrams/colors7.xml"/><Relationship Id="rId8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image" Target="../media/image14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5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7.png"/><Relationship Id="rId4" Type="http://schemas.openxmlformats.org/officeDocument/2006/relationships/image" Target="../media/image11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9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image" Target="../media/image27.png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23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22988E-C6B6-4031-90F1-6573C99F04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2931" y="2235199"/>
            <a:ext cx="7958138" cy="4462483"/>
          </a:xfrm>
        </p:spPr>
        <p:txBody>
          <a:bodyPr>
            <a:normAutofit/>
          </a:bodyPr>
          <a:lstStyle/>
          <a:p>
            <a:r>
              <a:rPr lang="en-US" sz="5400" dirty="0" err="1"/>
              <a:t>Học</a:t>
            </a:r>
            <a:r>
              <a:rPr lang="en-US" sz="5400" dirty="0"/>
              <a:t> </a:t>
            </a:r>
            <a:r>
              <a:rPr lang="en-US" sz="5400" dirty="0" err="1"/>
              <a:t>máy</a:t>
            </a:r>
            <a:r>
              <a:rPr lang="en-US" sz="5400" dirty="0"/>
              <a:t> </a:t>
            </a:r>
            <a:r>
              <a:rPr lang="en-US" sz="5400" dirty="0" err="1"/>
              <a:t>cơ</a:t>
            </a:r>
            <a:r>
              <a:rPr lang="en-US" sz="5400" dirty="0"/>
              <a:t> </a:t>
            </a:r>
            <a:r>
              <a:rPr lang="en-US" sz="5400" dirty="0" err="1"/>
              <a:t>bản</a:t>
            </a:r>
            <a:br>
              <a:rPr lang="en-US" sz="5400" dirty="0"/>
            </a:br>
            <a:br>
              <a:rPr lang="en-US" sz="4800" dirty="0"/>
            </a:br>
            <a:r>
              <a:rPr lang="en-US" sz="4400" b="0" dirty="0" err="1"/>
              <a:t>Học</a:t>
            </a:r>
            <a:r>
              <a:rPr lang="en-US" sz="4400" b="0" dirty="0"/>
              <a:t> </a:t>
            </a:r>
            <a:r>
              <a:rPr lang="en-US" sz="4400" b="0" dirty="0" err="1"/>
              <a:t>dựa</a:t>
            </a:r>
            <a:r>
              <a:rPr lang="en-US" sz="4400" b="0" dirty="0"/>
              <a:t> </a:t>
            </a:r>
            <a:r>
              <a:rPr lang="en-US" sz="4400" b="0" dirty="0" err="1"/>
              <a:t>trên</a:t>
            </a:r>
            <a:r>
              <a:rPr lang="en-US" sz="4400" b="0" dirty="0"/>
              <a:t> </a:t>
            </a:r>
            <a:r>
              <a:rPr lang="en-US" sz="4400" b="0" dirty="0" err="1"/>
              <a:t>láng</a:t>
            </a:r>
            <a:r>
              <a:rPr lang="en-US" sz="4400" b="0" dirty="0"/>
              <a:t> </a:t>
            </a:r>
            <a:r>
              <a:rPr lang="en-US" sz="4400" b="0" dirty="0" err="1"/>
              <a:t>giềng</a:t>
            </a:r>
            <a:r>
              <a:rPr lang="en-US" sz="4400" b="0" dirty="0"/>
              <a:t> </a:t>
            </a:r>
            <a:r>
              <a:rPr lang="en-US" sz="4400" b="0" dirty="0" err="1"/>
              <a:t>gần</a:t>
            </a:r>
            <a:r>
              <a:rPr lang="en-US" sz="4400" b="0" dirty="0"/>
              <a:t> </a:t>
            </a:r>
            <a:r>
              <a:rPr lang="en-US" sz="4400" b="0" dirty="0" err="1"/>
              <a:t>nhất</a:t>
            </a:r>
            <a:br>
              <a:rPr lang="en-US" sz="4400" b="0" dirty="0"/>
            </a:br>
            <a:br>
              <a:rPr lang="en-US" sz="4400" b="0" dirty="0"/>
            </a:br>
            <a:br>
              <a:rPr lang="en-US" sz="4400" b="0" dirty="0"/>
            </a:br>
            <a:r>
              <a:rPr lang="en-US" sz="3200" b="0" dirty="0" err="1"/>
              <a:t>Ngô</a:t>
            </a:r>
            <a:r>
              <a:rPr lang="en-US" sz="3200" b="0" dirty="0"/>
              <a:t> </a:t>
            </a:r>
            <a:r>
              <a:rPr lang="en-US" sz="3200" b="0" dirty="0" err="1"/>
              <a:t>Văn</a:t>
            </a:r>
            <a:r>
              <a:rPr lang="en-US" sz="3200" b="0" dirty="0"/>
              <a:t> Linh</a:t>
            </a:r>
            <a:endParaRPr lang="en-US" sz="4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EFB227-EC19-4559-BD5E-E26549F6368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26400" y="6483350"/>
            <a:ext cx="1117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CC793-D879-4A72-AB4C-25BC676A92D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9118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/>
          <a:lstStyle/>
          <a:p>
            <a:pPr eaLnBrk="1" hangingPunct="1"/>
            <a:r>
              <a:rPr lang="vi-VN" sz="4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Nội dung môn học</a:t>
            </a:r>
            <a:endParaRPr lang="en-US" sz="4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B43A47-4E2C-9C4E-BA36-2F4342150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88B7E-86B8-4862-842E-2DB840C1EC76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91BEA09-2EFE-3740-9DB5-2CD81519655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71600"/>
            <a:ext cx="8305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Linh AvantGarde" panose="02000603030000020004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Linh AvantGarde" panose="02000603030000020004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Linh AvantGarde" panose="02000603030000020004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Linh AvantGarde" panose="02000603030000020004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Linh AvantGarde" panose="02000603030000020004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0000"/>
              </a:lnSpc>
            </a:pPr>
            <a:r>
              <a:rPr lang="en-US" sz="2000"/>
              <a:t>Buổi 1: Giới thiệu về Học máy</a:t>
            </a:r>
          </a:p>
          <a:p>
            <a:pPr marL="285750" indent="-285750">
              <a:lnSpc>
                <a:spcPct val="110000"/>
              </a:lnSpc>
            </a:pPr>
            <a:r>
              <a:rPr lang="en-US" sz="2000"/>
              <a:t>Buổi 2: Quy trình xây dựng hệ thống học máy</a:t>
            </a:r>
          </a:p>
          <a:p>
            <a:pPr marL="285750" indent="-285750">
              <a:lnSpc>
                <a:spcPct val="110000"/>
              </a:lnSpc>
            </a:pPr>
            <a:r>
              <a:rPr lang="en-US" sz="2000"/>
              <a:t>Buổi 3: Hồi quy tuyến tính</a:t>
            </a:r>
          </a:p>
          <a:p>
            <a:pPr marL="285750" indent="-285750">
              <a:lnSpc>
                <a:spcPct val="110000"/>
              </a:lnSpc>
            </a:pPr>
            <a:r>
              <a:rPr lang="en-US" sz="2000" b="1"/>
              <a:t>Buổi 4: Học dựa trên láng giềng gần nhất (KNN)</a:t>
            </a:r>
          </a:p>
          <a:p>
            <a:pPr marL="285750" indent="-285750">
              <a:lnSpc>
                <a:spcPct val="110000"/>
              </a:lnSpc>
            </a:pPr>
            <a:r>
              <a:rPr lang="en-US" sz="2000"/>
              <a:t>Buổi 5: Cây quyết định và Rừng ngẫu nhiên</a:t>
            </a:r>
          </a:p>
          <a:p>
            <a:pPr marL="285750" indent="-285750">
              <a:lnSpc>
                <a:spcPct val="110000"/>
              </a:lnSpc>
            </a:pPr>
            <a:r>
              <a:rPr lang="en-US" sz="2000"/>
              <a:t>Buổi 6: Naïve Bayes </a:t>
            </a:r>
          </a:p>
          <a:p>
            <a:pPr marL="285750" indent="-285750">
              <a:lnSpc>
                <a:spcPct val="110000"/>
              </a:lnSpc>
            </a:pPr>
            <a:r>
              <a:rPr lang="en-US" sz="2000"/>
              <a:t>Buổi 7: Máy vector hỗ trợ (SVM)</a:t>
            </a:r>
          </a:p>
          <a:p>
            <a:pPr marL="285750" indent="-285750">
              <a:lnSpc>
                <a:spcPct val="110000"/>
              </a:lnSpc>
            </a:pPr>
            <a:r>
              <a:rPr lang="en-US" sz="2000"/>
              <a:t>Buổi 8: Đánh giá hiệu quả của mô hình học máy</a:t>
            </a:r>
          </a:p>
          <a:p>
            <a:pPr marL="285750" indent="-285750">
              <a:lnSpc>
                <a:spcPct val="110000"/>
              </a:lnSpc>
            </a:pPr>
            <a:r>
              <a:rPr lang="en-US" sz="2000"/>
              <a:t>Buổi 9: Phân cụm</a:t>
            </a:r>
          </a:p>
          <a:p>
            <a:pPr marL="285750" indent="-285750">
              <a:lnSpc>
                <a:spcPct val="110000"/>
              </a:lnSpc>
            </a:pPr>
            <a:r>
              <a:rPr lang="en-US" sz="2000"/>
              <a:t>Buổi 10: </a:t>
            </a:r>
            <a:r>
              <a:rPr lang="vi-VN" sz="2000"/>
              <a:t>Kiểm tra giữa kỳ và trình bày ý tưởng làm dự án cuối kỳ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58113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/>
          <a:lstStyle/>
          <a:p>
            <a:r>
              <a:rPr lang="en-US" sz="3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 bạn phân loại thế nào?</a:t>
            </a:r>
            <a:endParaRPr lang="en-US" sz="360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67565033-3F73-43A0-9C44-A85D4A1CFD7D}" type="slidenum">
              <a:rPr lang="en-US" altLang="en-US"/>
              <a:pPr eaLnBrk="1" hangingPunct="1"/>
              <a:t>3</a:t>
            </a:fld>
            <a:endParaRPr lang="en-US" altLang="en-US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graphicFrame>
        <p:nvGraphicFramePr>
          <p:cNvPr id="23" name="Diagram 22"/>
          <p:cNvGraphicFramePr/>
          <p:nvPr>
            <p:extLst>
              <p:ext uri="{D42A27DB-BD31-4B8C-83A1-F6EECF244321}">
                <p14:modId xmlns:p14="http://schemas.microsoft.com/office/powerpoint/2010/main" val="2094819779"/>
              </p:ext>
            </p:extLst>
          </p:nvPr>
        </p:nvGraphicFramePr>
        <p:xfrm>
          <a:off x="1066800" y="1742398"/>
          <a:ext cx="990600" cy="88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4" name="Diagram 23"/>
          <p:cNvGraphicFramePr/>
          <p:nvPr>
            <p:extLst>
              <p:ext uri="{D42A27DB-BD31-4B8C-83A1-F6EECF244321}">
                <p14:modId xmlns:p14="http://schemas.microsoft.com/office/powerpoint/2010/main" val="2717157864"/>
              </p:ext>
            </p:extLst>
          </p:nvPr>
        </p:nvGraphicFramePr>
        <p:xfrm>
          <a:off x="1066800" y="3723598"/>
          <a:ext cx="990600" cy="88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30" name="Diagram 29"/>
          <p:cNvGraphicFramePr/>
          <p:nvPr>
            <p:extLst>
              <p:ext uri="{D42A27DB-BD31-4B8C-83A1-F6EECF244321}">
                <p14:modId xmlns:p14="http://schemas.microsoft.com/office/powerpoint/2010/main" val="3576098003"/>
              </p:ext>
            </p:extLst>
          </p:nvPr>
        </p:nvGraphicFramePr>
        <p:xfrm>
          <a:off x="5029200" y="5105400"/>
          <a:ext cx="990600" cy="88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31" name="Diagram 30"/>
          <p:cNvGraphicFramePr/>
          <p:nvPr>
            <p:extLst>
              <p:ext uri="{D42A27DB-BD31-4B8C-83A1-F6EECF244321}">
                <p14:modId xmlns:p14="http://schemas.microsoft.com/office/powerpoint/2010/main" val="3135469167"/>
              </p:ext>
            </p:extLst>
          </p:nvPr>
        </p:nvGraphicFramePr>
        <p:xfrm>
          <a:off x="3657600" y="3810000"/>
          <a:ext cx="990600" cy="88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32" name="Diagram 31"/>
          <p:cNvGraphicFramePr/>
          <p:nvPr>
            <p:extLst>
              <p:ext uri="{D42A27DB-BD31-4B8C-83A1-F6EECF244321}">
                <p14:modId xmlns:p14="http://schemas.microsoft.com/office/powerpoint/2010/main" val="2854974106"/>
              </p:ext>
            </p:extLst>
          </p:nvPr>
        </p:nvGraphicFramePr>
        <p:xfrm>
          <a:off x="6248400" y="2514600"/>
          <a:ext cx="990600" cy="88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33" name="Diagram 32"/>
          <p:cNvGraphicFramePr/>
          <p:nvPr>
            <p:extLst>
              <p:ext uri="{D42A27DB-BD31-4B8C-83A1-F6EECF244321}">
                <p14:modId xmlns:p14="http://schemas.microsoft.com/office/powerpoint/2010/main" val="2017097537"/>
              </p:ext>
            </p:extLst>
          </p:nvPr>
        </p:nvGraphicFramePr>
        <p:xfrm>
          <a:off x="2895600" y="1970998"/>
          <a:ext cx="990600" cy="88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graphicFrame>
        <p:nvGraphicFramePr>
          <p:cNvPr id="34" name="Diagram 33"/>
          <p:cNvGraphicFramePr/>
          <p:nvPr>
            <p:extLst>
              <p:ext uri="{D42A27DB-BD31-4B8C-83A1-F6EECF244321}">
                <p14:modId xmlns:p14="http://schemas.microsoft.com/office/powerpoint/2010/main" val="1323055999"/>
              </p:ext>
            </p:extLst>
          </p:nvPr>
        </p:nvGraphicFramePr>
        <p:xfrm>
          <a:off x="7010400" y="4637998"/>
          <a:ext cx="1371600" cy="127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2" r:lo="rId33" r:qs="rId34" r:cs="rId35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3924300" y="336300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??</a:t>
            </a:r>
            <a:endParaRPr lang="vi-VN" b="1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48400" y="21336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Class a</a:t>
            </a:r>
            <a:endParaRPr lang="vi-VN">
              <a:solidFill>
                <a:srgbClr val="008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162800" y="4295098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Class b</a:t>
            </a:r>
            <a:endParaRPr lang="vi-VN"/>
          </a:p>
        </p:txBody>
      </p:sp>
      <p:sp>
        <p:nvSpPr>
          <p:cNvPr id="38" name="TextBox 37"/>
          <p:cNvSpPr txBox="1"/>
          <p:nvPr/>
        </p:nvSpPr>
        <p:spPr>
          <a:xfrm>
            <a:off x="2891589" y="1600200"/>
            <a:ext cx="1070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Class b</a:t>
            </a:r>
            <a:endParaRPr lang="vi-VN"/>
          </a:p>
        </p:txBody>
      </p:sp>
      <p:sp>
        <p:nvSpPr>
          <p:cNvPr id="39" name="TextBox 38"/>
          <p:cNvSpPr txBox="1"/>
          <p:nvPr/>
        </p:nvSpPr>
        <p:spPr>
          <a:xfrm>
            <a:off x="5029200" y="47244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Class a</a:t>
            </a:r>
            <a:endParaRPr lang="vi-VN">
              <a:solidFill>
                <a:srgbClr val="008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66800" y="336446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Class a</a:t>
            </a:r>
            <a:endParaRPr lang="vi-VN">
              <a:solidFill>
                <a:srgbClr val="008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6800" y="13716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Class a</a:t>
            </a:r>
            <a:endParaRPr lang="vi-VN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160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82000" cy="762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Học</a:t>
            </a:r>
            <a:r>
              <a: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dựa</a:t>
            </a:r>
            <a:r>
              <a: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láng</a:t>
            </a:r>
            <a:r>
              <a: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giềng</a:t>
            </a:r>
            <a:r>
              <a: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gần</a:t>
            </a:r>
            <a:r>
              <a: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nhất</a:t>
            </a:r>
            <a:endParaRPr lang="en-US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67565033-3F73-43A0-9C44-A85D4A1CFD7D}" type="slidenum">
              <a:rPr lang="en-US" altLang="en-US"/>
              <a:pPr eaLnBrk="1" hangingPunct="1"/>
              <a:t>4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57200" y="1219200"/>
            <a:ext cx="8458200" cy="491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2286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5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0805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en-GB" sz="2200" b="1" i="1"/>
              <a:t>K-nearest </a:t>
            </a:r>
            <a:r>
              <a:rPr lang="en-GB" sz="2200" b="1" i="1" err="1"/>
              <a:t>neighbors</a:t>
            </a:r>
            <a:r>
              <a:rPr lang="en-GB" sz="2200"/>
              <a:t> (k-NN) </a:t>
            </a:r>
            <a:r>
              <a:rPr lang="en-GB" sz="2200" err="1"/>
              <a:t>là</a:t>
            </a:r>
            <a:r>
              <a:rPr lang="en-GB" sz="2200"/>
              <a:t> </a:t>
            </a:r>
            <a:r>
              <a:rPr lang="en-GB" sz="2200" err="1"/>
              <a:t>một</a:t>
            </a:r>
            <a:r>
              <a:rPr lang="en-GB" sz="2200"/>
              <a:t> </a:t>
            </a:r>
            <a:r>
              <a:rPr lang="en-GB" sz="2200" err="1"/>
              <a:t>trong</a:t>
            </a:r>
            <a:r>
              <a:rPr lang="en-GB" sz="2200"/>
              <a:t> </a:t>
            </a:r>
            <a:r>
              <a:rPr lang="en-GB" sz="2200" err="1"/>
              <a:t>số</a:t>
            </a:r>
            <a:r>
              <a:rPr lang="en-GB" sz="2200"/>
              <a:t> </a:t>
            </a:r>
            <a:r>
              <a:rPr lang="en-GB" sz="2200" err="1"/>
              <a:t>các</a:t>
            </a:r>
            <a:r>
              <a:rPr lang="en-GB" sz="2200"/>
              <a:t> </a:t>
            </a:r>
            <a:r>
              <a:rPr lang="en-GB" sz="2200" err="1"/>
              <a:t>phương</a:t>
            </a:r>
            <a:r>
              <a:rPr lang="en-GB" sz="2200"/>
              <a:t> </a:t>
            </a:r>
            <a:r>
              <a:rPr lang="en-GB" sz="2200" err="1"/>
              <a:t>pháp</a:t>
            </a:r>
            <a:r>
              <a:rPr lang="en-GB" sz="2200"/>
              <a:t> </a:t>
            </a:r>
            <a:r>
              <a:rPr lang="en-GB" sz="2200" err="1"/>
              <a:t>phổ</a:t>
            </a:r>
            <a:r>
              <a:rPr lang="en-GB" sz="2200"/>
              <a:t> </a:t>
            </a:r>
            <a:r>
              <a:rPr lang="en-GB" sz="2200" err="1"/>
              <a:t>biến</a:t>
            </a:r>
            <a:r>
              <a:rPr lang="en-GB" sz="2200"/>
              <a:t> </a:t>
            </a:r>
            <a:r>
              <a:rPr lang="en-GB" sz="2200" err="1"/>
              <a:t>trong</a:t>
            </a:r>
            <a:r>
              <a:rPr lang="en-GB" sz="2200"/>
              <a:t> </a:t>
            </a:r>
            <a:r>
              <a:rPr lang="en-GB" sz="2200" err="1"/>
              <a:t>học</a:t>
            </a:r>
            <a:r>
              <a:rPr lang="en-GB" sz="2200"/>
              <a:t> </a:t>
            </a:r>
            <a:r>
              <a:rPr lang="en-GB" sz="2200" err="1"/>
              <a:t>máy</a:t>
            </a:r>
            <a:r>
              <a:rPr lang="en-GB" sz="2200"/>
              <a:t>. </a:t>
            </a:r>
            <a:r>
              <a:rPr lang="en-GB" sz="2200" err="1"/>
              <a:t>Vài</a:t>
            </a:r>
            <a:r>
              <a:rPr lang="en-GB" sz="2200"/>
              <a:t> </a:t>
            </a:r>
            <a:r>
              <a:rPr lang="en-GB" sz="2200" err="1"/>
              <a:t>tên</a:t>
            </a:r>
            <a:r>
              <a:rPr lang="en-GB" sz="2200"/>
              <a:t> </a:t>
            </a:r>
            <a:r>
              <a:rPr lang="en-GB" sz="2200" err="1"/>
              <a:t>gọi</a:t>
            </a:r>
            <a:r>
              <a:rPr lang="en-GB" sz="2200"/>
              <a:t> </a:t>
            </a:r>
            <a:r>
              <a:rPr lang="en-GB" sz="2200" err="1"/>
              <a:t>khác</a:t>
            </a:r>
            <a:r>
              <a:rPr lang="en-GB" sz="2200"/>
              <a:t> </a:t>
            </a:r>
            <a:r>
              <a:rPr lang="en-GB" sz="2200" err="1"/>
              <a:t>như</a:t>
            </a:r>
            <a:r>
              <a:rPr lang="en-GB" sz="2200"/>
              <a:t>:</a:t>
            </a:r>
            <a:endParaRPr lang="en-GB" sz="2200" b="1"/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GB" sz="2000"/>
              <a:t>Instance-based learning</a:t>
            </a: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GB" sz="2000"/>
              <a:t>Lazy learning</a:t>
            </a: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GB" sz="2000"/>
              <a:t>Memory-based learning</a:t>
            </a:r>
          </a:p>
          <a:p>
            <a:pPr eaLnBrk="1" hangingPunct="1">
              <a:spcBef>
                <a:spcPct val="6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en-US" sz="2200" err="1">
                <a:solidFill>
                  <a:srgbClr val="0000FF"/>
                </a:solidFill>
              </a:rPr>
              <a:t>Ý</a:t>
            </a:r>
            <a:r>
              <a:rPr lang="en-US" sz="2200">
                <a:solidFill>
                  <a:srgbClr val="0000FF"/>
                </a:solidFill>
              </a:rPr>
              <a:t> </a:t>
            </a:r>
            <a:r>
              <a:rPr lang="en-US" sz="2200" err="1">
                <a:solidFill>
                  <a:srgbClr val="0000FF"/>
                </a:solidFill>
              </a:rPr>
              <a:t>tưởng</a:t>
            </a:r>
            <a:r>
              <a:rPr lang="en-US" sz="2200">
                <a:solidFill>
                  <a:srgbClr val="0000FF"/>
                </a:solidFill>
              </a:rPr>
              <a:t> </a:t>
            </a:r>
            <a:r>
              <a:rPr lang="en-US" sz="2200" err="1">
                <a:solidFill>
                  <a:srgbClr val="0000FF"/>
                </a:solidFill>
              </a:rPr>
              <a:t>của</a:t>
            </a:r>
            <a:r>
              <a:rPr lang="en-US" sz="2200">
                <a:solidFill>
                  <a:srgbClr val="0000FF"/>
                </a:solidFill>
              </a:rPr>
              <a:t> </a:t>
            </a:r>
            <a:r>
              <a:rPr lang="en-US" sz="2200" err="1">
                <a:solidFill>
                  <a:srgbClr val="0000FF"/>
                </a:solidFill>
              </a:rPr>
              <a:t>phương</a:t>
            </a:r>
            <a:r>
              <a:rPr lang="en-US" sz="2200">
                <a:solidFill>
                  <a:srgbClr val="0000FF"/>
                </a:solidFill>
              </a:rPr>
              <a:t> </a:t>
            </a:r>
            <a:r>
              <a:rPr lang="en-US" sz="2200" err="1">
                <a:solidFill>
                  <a:srgbClr val="0000FF"/>
                </a:solidFill>
              </a:rPr>
              <a:t>pháp</a:t>
            </a:r>
            <a:endParaRPr lang="en-GB" sz="2200">
              <a:solidFill>
                <a:srgbClr val="0000FF"/>
              </a:solidFill>
            </a:endParaRP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GB" sz="2000" err="1"/>
              <a:t>Không</a:t>
            </a:r>
            <a:r>
              <a:rPr lang="en-GB" sz="2000"/>
              <a:t> </a:t>
            </a:r>
            <a:r>
              <a:rPr lang="en-GB" sz="2000" err="1"/>
              <a:t>xây</a:t>
            </a:r>
            <a:r>
              <a:rPr lang="en-GB" sz="2000"/>
              <a:t> </a:t>
            </a:r>
            <a:r>
              <a:rPr lang="en-GB" sz="2000" err="1"/>
              <a:t>dựng</a:t>
            </a:r>
            <a:r>
              <a:rPr lang="en-GB" sz="2000"/>
              <a:t> </a:t>
            </a:r>
            <a:r>
              <a:rPr lang="en-GB" sz="2000" err="1"/>
              <a:t>một</a:t>
            </a:r>
            <a:r>
              <a:rPr lang="en-GB" sz="2000"/>
              <a:t> </a:t>
            </a:r>
            <a:r>
              <a:rPr lang="en-GB" sz="2000" err="1"/>
              <a:t>mô</a:t>
            </a:r>
            <a:r>
              <a:rPr lang="en-GB" sz="2000"/>
              <a:t> </a:t>
            </a:r>
            <a:r>
              <a:rPr lang="en-GB" sz="2000" err="1"/>
              <a:t>hình</a:t>
            </a:r>
            <a:r>
              <a:rPr lang="en-GB" sz="2000"/>
              <a:t> (</a:t>
            </a:r>
            <a:r>
              <a:rPr lang="en-GB" sz="2000" err="1"/>
              <a:t>mô</a:t>
            </a:r>
            <a:r>
              <a:rPr lang="en-GB" sz="2000"/>
              <a:t> </a:t>
            </a:r>
            <a:r>
              <a:rPr lang="en-GB" sz="2000" err="1"/>
              <a:t>tả</a:t>
            </a:r>
            <a:r>
              <a:rPr lang="en-GB" sz="2000"/>
              <a:t>) </a:t>
            </a:r>
            <a:r>
              <a:rPr lang="en-GB" sz="2000" err="1"/>
              <a:t>rõ</a:t>
            </a:r>
            <a:r>
              <a:rPr lang="en-GB" sz="2000"/>
              <a:t> </a:t>
            </a:r>
            <a:r>
              <a:rPr lang="en-GB" sz="2000" err="1"/>
              <a:t>ràng</a:t>
            </a:r>
            <a:r>
              <a:rPr lang="en-GB" sz="2000"/>
              <a:t> </a:t>
            </a:r>
            <a:r>
              <a:rPr lang="en-GB" sz="2000" err="1"/>
              <a:t>cho</a:t>
            </a:r>
            <a:r>
              <a:rPr lang="en-GB" sz="2000"/>
              <a:t> </a:t>
            </a:r>
            <a:r>
              <a:rPr lang="en-GB" sz="2000" err="1"/>
              <a:t>hàm</a:t>
            </a:r>
            <a:r>
              <a:rPr lang="en-GB" sz="2000"/>
              <a:t> </a:t>
            </a:r>
            <a:r>
              <a:rPr lang="en-GB" sz="2000" err="1"/>
              <a:t>mục</a:t>
            </a:r>
            <a:r>
              <a:rPr lang="en-GB" sz="2000"/>
              <a:t> </a:t>
            </a:r>
            <a:r>
              <a:rPr lang="en-GB" sz="2000" err="1"/>
              <a:t>tiêu</a:t>
            </a:r>
            <a:r>
              <a:rPr lang="en-GB" sz="2000"/>
              <a:t> </a:t>
            </a:r>
            <a:r>
              <a:rPr lang="en-GB" sz="2000" err="1"/>
              <a:t>cần</a:t>
            </a:r>
            <a:r>
              <a:rPr lang="en-GB" sz="2000"/>
              <a:t> </a:t>
            </a:r>
            <a:r>
              <a:rPr lang="en-GB" sz="2000" err="1"/>
              <a:t>học</a:t>
            </a:r>
            <a:r>
              <a:rPr lang="en-GB" sz="2000"/>
              <a:t>.</a:t>
            </a: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GB" sz="2000" err="1"/>
              <a:t>Quá</a:t>
            </a:r>
            <a:r>
              <a:rPr lang="en-GB" sz="2000"/>
              <a:t> </a:t>
            </a:r>
            <a:r>
              <a:rPr lang="en-GB" sz="2000" err="1"/>
              <a:t>trình</a:t>
            </a:r>
            <a:r>
              <a:rPr lang="en-GB" sz="2000"/>
              <a:t> </a:t>
            </a:r>
            <a:r>
              <a:rPr lang="en-GB" sz="2000" err="1"/>
              <a:t>học</a:t>
            </a:r>
            <a:r>
              <a:rPr lang="en-GB" sz="2000"/>
              <a:t> </a:t>
            </a:r>
            <a:r>
              <a:rPr lang="en-GB" sz="2000" err="1"/>
              <a:t>chỉ</a:t>
            </a:r>
            <a:r>
              <a:rPr lang="en-GB" sz="2000"/>
              <a:t> </a:t>
            </a:r>
            <a:r>
              <a:rPr lang="en-GB" sz="2000" err="1"/>
              <a:t>lưu</a:t>
            </a:r>
            <a:r>
              <a:rPr lang="en-GB" sz="2000"/>
              <a:t> </a:t>
            </a:r>
            <a:r>
              <a:rPr lang="en-GB" sz="2000" err="1"/>
              <a:t>lại</a:t>
            </a:r>
            <a:r>
              <a:rPr lang="en-GB" sz="2000"/>
              <a:t> </a:t>
            </a:r>
            <a:r>
              <a:rPr lang="en-GB" sz="2000" err="1"/>
              <a:t>các</a:t>
            </a:r>
            <a:r>
              <a:rPr lang="en-GB" sz="2000"/>
              <a:t> </a:t>
            </a:r>
            <a:r>
              <a:rPr lang="en-GB" sz="2000" err="1"/>
              <a:t>dữ</a:t>
            </a:r>
            <a:r>
              <a:rPr lang="en-GB" sz="2000"/>
              <a:t> </a:t>
            </a:r>
            <a:r>
              <a:rPr lang="en-GB" sz="2000" err="1"/>
              <a:t>liệu</a:t>
            </a:r>
            <a:r>
              <a:rPr lang="en-GB" sz="2000"/>
              <a:t> </a:t>
            </a:r>
            <a:r>
              <a:rPr lang="en-GB" sz="2000" err="1"/>
              <a:t>huấn</a:t>
            </a:r>
            <a:r>
              <a:rPr lang="en-GB" sz="2000"/>
              <a:t> </a:t>
            </a:r>
            <a:r>
              <a:rPr lang="en-GB" sz="2000" err="1"/>
              <a:t>luyện</a:t>
            </a:r>
            <a:r>
              <a:rPr lang="en-GB" sz="2000"/>
              <a:t>.</a:t>
            </a: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GB" sz="2000" err="1"/>
              <a:t>Việc</a:t>
            </a:r>
            <a:r>
              <a:rPr lang="en-GB" sz="2000"/>
              <a:t> </a:t>
            </a:r>
            <a:r>
              <a:rPr lang="en-GB" sz="2000" err="1"/>
              <a:t>dự</a:t>
            </a:r>
            <a:r>
              <a:rPr lang="en-GB" sz="2000"/>
              <a:t> </a:t>
            </a:r>
            <a:r>
              <a:rPr lang="en-GB" sz="2000" err="1"/>
              <a:t>đoán</a:t>
            </a:r>
            <a:r>
              <a:rPr lang="en-GB" sz="2000"/>
              <a:t> </a:t>
            </a:r>
            <a:r>
              <a:rPr lang="en-GB" sz="2000" err="1"/>
              <a:t>cho</a:t>
            </a:r>
            <a:r>
              <a:rPr lang="en-GB" sz="2000"/>
              <a:t> </a:t>
            </a:r>
            <a:r>
              <a:rPr lang="en-GB" sz="2000" err="1"/>
              <a:t>một</a:t>
            </a:r>
            <a:r>
              <a:rPr lang="en-GB" sz="2000"/>
              <a:t> </a:t>
            </a:r>
            <a:r>
              <a:rPr lang="en-GB" sz="2000" err="1"/>
              <a:t>quan</a:t>
            </a:r>
            <a:r>
              <a:rPr lang="en-GB" sz="2000"/>
              <a:t> </a:t>
            </a:r>
            <a:r>
              <a:rPr lang="en-GB" sz="2000" err="1"/>
              <a:t>sát</a:t>
            </a:r>
            <a:r>
              <a:rPr lang="en-GB" sz="2000"/>
              <a:t> </a:t>
            </a:r>
            <a:r>
              <a:rPr lang="en-GB" sz="2000" err="1"/>
              <a:t>mới</a:t>
            </a:r>
            <a:r>
              <a:rPr lang="en-GB" sz="2000"/>
              <a:t> </a:t>
            </a:r>
            <a:r>
              <a:rPr lang="en-GB" sz="2000" err="1"/>
              <a:t>sẽ</a:t>
            </a:r>
            <a:r>
              <a:rPr lang="en-GB" sz="2000"/>
              <a:t> </a:t>
            </a:r>
            <a:r>
              <a:rPr lang="en-GB" sz="2000" err="1"/>
              <a:t>dựa</a:t>
            </a:r>
            <a:r>
              <a:rPr lang="en-GB" sz="2000"/>
              <a:t> </a:t>
            </a:r>
            <a:r>
              <a:rPr lang="en-GB" sz="2000" err="1"/>
              <a:t>vào</a:t>
            </a:r>
            <a:r>
              <a:rPr lang="en-GB" sz="2000"/>
              <a:t> </a:t>
            </a:r>
            <a:r>
              <a:rPr lang="en-GB" sz="2000" err="1"/>
              <a:t>các</a:t>
            </a:r>
            <a:r>
              <a:rPr lang="en-GB" sz="2000"/>
              <a:t> </a:t>
            </a:r>
            <a:r>
              <a:rPr lang="en-GB" sz="2000" err="1"/>
              <a:t>hàng</a:t>
            </a:r>
            <a:r>
              <a:rPr lang="en-GB" sz="2000"/>
              <a:t> </a:t>
            </a:r>
            <a:r>
              <a:rPr lang="en-GB" sz="2000" err="1"/>
              <a:t>xóm</a:t>
            </a:r>
            <a:r>
              <a:rPr lang="en-GB" sz="2000"/>
              <a:t> </a:t>
            </a:r>
            <a:r>
              <a:rPr lang="en-GB" sz="2000" err="1"/>
              <a:t>gần</a:t>
            </a:r>
            <a:r>
              <a:rPr lang="en-GB" sz="2000"/>
              <a:t> </a:t>
            </a:r>
            <a:r>
              <a:rPr lang="en-GB" sz="2000" err="1"/>
              <a:t>nhất</a:t>
            </a:r>
            <a:r>
              <a:rPr lang="en-GB" sz="2000"/>
              <a:t> </a:t>
            </a:r>
            <a:r>
              <a:rPr lang="en-GB" sz="2000" err="1"/>
              <a:t>trong</a:t>
            </a:r>
            <a:r>
              <a:rPr lang="en-GB" sz="2000"/>
              <a:t> </a:t>
            </a:r>
            <a:r>
              <a:rPr lang="en-GB" sz="2000" err="1"/>
              <a:t>tập</a:t>
            </a:r>
            <a:r>
              <a:rPr lang="en-GB" sz="2000"/>
              <a:t> </a:t>
            </a:r>
            <a:r>
              <a:rPr lang="en-GB" sz="2000" err="1"/>
              <a:t>học</a:t>
            </a:r>
            <a:r>
              <a:rPr lang="en-GB" sz="2000"/>
              <a:t>.</a:t>
            </a:r>
          </a:p>
          <a:p>
            <a:pPr eaLnBrk="1" hangingPunct="1">
              <a:spcBef>
                <a:spcPct val="6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en-US" sz="2200"/>
              <a:t>Do </a:t>
            </a:r>
            <a:r>
              <a:rPr lang="en-US" sz="2200" err="1"/>
              <a:t>đó</a:t>
            </a:r>
            <a:r>
              <a:rPr lang="en-US" sz="2200"/>
              <a:t> k-NN </a:t>
            </a:r>
            <a:r>
              <a:rPr lang="en-US" sz="2200" err="1"/>
              <a:t>là</a:t>
            </a:r>
            <a:r>
              <a:rPr lang="en-US" sz="2200"/>
              <a:t> </a:t>
            </a:r>
            <a:r>
              <a:rPr lang="en-US" sz="2200" err="1"/>
              <a:t>một</a:t>
            </a:r>
            <a:r>
              <a:rPr lang="en-US" sz="2200"/>
              <a:t> </a:t>
            </a:r>
            <a:r>
              <a:rPr lang="en-US" sz="2200" err="1"/>
              <a:t>phương</a:t>
            </a:r>
            <a:r>
              <a:rPr lang="en-US" sz="2200"/>
              <a:t> </a:t>
            </a:r>
            <a:r>
              <a:rPr lang="en-US" sz="2200" err="1"/>
              <a:t>pháp</a:t>
            </a:r>
            <a:r>
              <a:rPr lang="en-US" sz="2200"/>
              <a:t> phi </a:t>
            </a:r>
            <a:r>
              <a:rPr lang="en-US" sz="2200" err="1"/>
              <a:t>tham</a:t>
            </a:r>
            <a:r>
              <a:rPr lang="en-US" sz="2200"/>
              <a:t> </a:t>
            </a:r>
            <a:r>
              <a:rPr lang="en-US" sz="2200" err="1"/>
              <a:t>số</a:t>
            </a:r>
            <a:r>
              <a:rPr lang="en-US" sz="2200"/>
              <a:t> </a:t>
            </a:r>
            <a:br>
              <a:rPr lang="en-US" sz="2200"/>
            </a:br>
            <a:r>
              <a:rPr lang="en-US" sz="2200"/>
              <a:t>(nonparametric methods)</a:t>
            </a:r>
            <a:r>
              <a:rPr lang="en-US" sz="2200">
                <a:solidFill>
                  <a:srgbClr val="0000FF"/>
                </a:solidFill>
              </a:rPr>
              <a:t> 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3655918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82000" cy="762000"/>
          </a:xfrm>
        </p:spPr>
        <p:txBody>
          <a:bodyPr/>
          <a:lstStyle/>
          <a:p>
            <a:r>
              <a:rPr lang="en-US" sz="3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k-NN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67565033-3F73-43A0-9C44-A85D4A1CFD7D}" type="slidenum">
              <a:rPr lang="en-US" altLang="en-US"/>
              <a:pPr eaLnBrk="1" hangingPunct="1"/>
              <a:t>5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57200" y="1219200"/>
            <a:ext cx="8229600" cy="491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2286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en-GB" sz="2200"/>
              <a:t>Hai thành phần chính:</a:t>
            </a: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FontTx/>
              <a:buChar char="•"/>
            </a:pPr>
            <a:r>
              <a:rPr lang="en-US" sz="2000">
                <a:sym typeface="Symbol" panose="05050102010706020507" pitchFamily="18" charset="2"/>
              </a:rPr>
              <a:t>Độ đo tương đồng (similarity measure/distance) giữa các đối tượng.</a:t>
            </a: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FontTx/>
              <a:buChar char="•"/>
            </a:pPr>
            <a:r>
              <a:rPr lang="en-US" sz="2000">
                <a:sym typeface="Symbol" panose="05050102010706020507" pitchFamily="18" charset="2"/>
              </a:rPr>
              <a:t>Các hàng xóm sẽ dùng vào việc phán đoán.</a:t>
            </a:r>
            <a:endParaRPr lang="en-GB" sz="2000">
              <a:sym typeface="Symbol" panose="05050102010706020507" pitchFamily="18" charset="2"/>
            </a:endParaRPr>
          </a:p>
          <a:p>
            <a:pPr eaLnBrk="1" hangingPunct="1">
              <a:spcBef>
                <a:spcPct val="6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en-GB" sz="2200" i="1"/>
              <a:t>Trong một số điều kiện thì k-NN có thể đạt mức lỗi tối ưu Bayes</a:t>
            </a:r>
            <a:r>
              <a:rPr lang="en-GB" sz="2200"/>
              <a:t> (mức lỗi mong muốn của bất kỳ phương pháp nào) </a:t>
            </a:r>
            <a:br>
              <a:rPr lang="en-GB" sz="2200"/>
            </a:br>
            <a:r>
              <a:rPr lang="en-US" sz="2000"/>
              <a:t>[Gyuader and Hengartner, JMLR 2013]</a:t>
            </a:r>
            <a:endParaRPr lang="en-GB" sz="2000"/>
          </a:p>
          <a:p>
            <a:pPr lvl="1" eaLnBrk="1" hangingPunct="1">
              <a:spcBef>
                <a:spcPct val="40000"/>
              </a:spcBef>
              <a:buClr>
                <a:schemeClr val="accent2"/>
              </a:buClr>
              <a:buFontTx/>
              <a:buChar char="•"/>
            </a:pPr>
            <a:r>
              <a:rPr lang="en-GB" sz="2000"/>
              <a:t>Thậm chí khi chỉ dùng 1 hàng xóm gần nhất thì nó cũng có thể đạt đến mức lỗi tối ưu Bayes. </a:t>
            </a:r>
            <a:r>
              <a:rPr lang="en-US"/>
              <a:t>[Kontorovich &amp; Weiss, AISTATS 2015]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1183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/>
          <a:lstStyle/>
          <a:p>
            <a:pPr eaLnBrk="1" hangingPunct="1"/>
            <a:r>
              <a:rPr lang="en-US" sz="3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Ví dụ: bài toán phân lớp</a:t>
            </a:r>
          </a:p>
        </p:txBody>
      </p: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67565033-3F73-43A0-9C44-A85D4A1CFD7D}" type="slidenum">
              <a:rPr lang="en-US" altLang="en-US"/>
              <a:pPr eaLnBrk="1" hangingPunct="1"/>
              <a:t>6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9222" name="Oval 2"/>
          <p:cNvSpPr>
            <a:spLocks noChangeAspect="1" noChangeArrowheads="1"/>
          </p:cNvSpPr>
          <p:nvPr/>
        </p:nvSpPr>
        <p:spPr bwMode="auto">
          <a:xfrm>
            <a:off x="5181600" y="2667000"/>
            <a:ext cx="2209800" cy="2211388"/>
          </a:xfrm>
          <a:prstGeom prst="ellipse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vi-VN"/>
          </a:p>
        </p:txBody>
      </p:sp>
      <p:sp>
        <p:nvSpPr>
          <p:cNvPr id="9239" name="Oval 2"/>
          <p:cNvSpPr>
            <a:spLocks noChangeAspect="1" noChangeArrowheads="1"/>
          </p:cNvSpPr>
          <p:nvPr/>
        </p:nvSpPr>
        <p:spPr bwMode="auto">
          <a:xfrm>
            <a:off x="5610225" y="3095625"/>
            <a:ext cx="1325563" cy="1327150"/>
          </a:xfrm>
          <a:prstGeom prst="ellipse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vi-VN"/>
          </a:p>
        </p:txBody>
      </p:sp>
      <p:sp>
        <p:nvSpPr>
          <p:cNvPr id="9240" name="Oval 2"/>
          <p:cNvSpPr>
            <a:spLocks noChangeAspect="1" noChangeArrowheads="1"/>
          </p:cNvSpPr>
          <p:nvPr/>
        </p:nvSpPr>
        <p:spPr bwMode="auto">
          <a:xfrm>
            <a:off x="5943600" y="3429000"/>
            <a:ext cx="666750" cy="666750"/>
          </a:xfrm>
          <a:prstGeom prst="ellipse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vi-VN"/>
          </a:p>
        </p:txBody>
      </p:sp>
      <p:grpSp>
        <p:nvGrpSpPr>
          <p:cNvPr id="15366" name="Group 43"/>
          <p:cNvGrpSpPr>
            <a:grpSpLocks/>
          </p:cNvGrpSpPr>
          <p:nvPr/>
        </p:nvGrpSpPr>
        <p:grpSpPr bwMode="auto">
          <a:xfrm>
            <a:off x="4419600" y="1371600"/>
            <a:ext cx="3962400" cy="4267200"/>
            <a:chOff x="2784" y="864"/>
            <a:chExt cx="2496" cy="2688"/>
          </a:xfrm>
        </p:grpSpPr>
        <p:sp>
          <p:nvSpPr>
            <p:cNvPr id="15370" name="Oval 5"/>
            <p:cNvSpPr>
              <a:spLocks noChangeArrowheads="1"/>
            </p:cNvSpPr>
            <p:nvPr/>
          </p:nvSpPr>
          <p:spPr bwMode="auto">
            <a:xfrm>
              <a:off x="3456" y="2016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71" name="Oval 6"/>
            <p:cNvSpPr>
              <a:spLocks noChangeArrowheads="1"/>
            </p:cNvSpPr>
            <p:nvPr/>
          </p:nvSpPr>
          <p:spPr bwMode="auto">
            <a:xfrm>
              <a:off x="4848" y="1680"/>
              <a:ext cx="96" cy="96"/>
            </a:xfrm>
            <a:prstGeom prst="ellipse">
              <a:avLst/>
            </a:prstGeom>
            <a:pattFill prst="ltVert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72" name="Oval 8"/>
            <p:cNvSpPr>
              <a:spLocks noChangeArrowheads="1"/>
            </p:cNvSpPr>
            <p:nvPr/>
          </p:nvSpPr>
          <p:spPr bwMode="auto">
            <a:xfrm>
              <a:off x="3168" y="2112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73" name="Oval 9"/>
            <p:cNvSpPr>
              <a:spLocks noChangeArrowheads="1"/>
            </p:cNvSpPr>
            <p:nvPr/>
          </p:nvSpPr>
          <p:spPr bwMode="auto">
            <a:xfrm>
              <a:off x="3360" y="2880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74" name="Oval 10"/>
            <p:cNvSpPr>
              <a:spLocks noChangeArrowheads="1"/>
            </p:cNvSpPr>
            <p:nvPr/>
          </p:nvSpPr>
          <p:spPr bwMode="auto">
            <a:xfrm>
              <a:off x="4176" y="2064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75" name="Oval 11"/>
            <p:cNvSpPr>
              <a:spLocks noChangeArrowheads="1"/>
            </p:cNvSpPr>
            <p:nvPr/>
          </p:nvSpPr>
          <p:spPr bwMode="auto">
            <a:xfrm>
              <a:off x="2976" y="1488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76" name="Oval 12"/>
            <p:cNvSpPr>
              <a:spLocks noChangeArrowheads="1"/>
            </p:cNvSpPr>
            <p:nvPr/>
          </p:nvSpPr>
          <p:spPr bwMode="auto">
            <a:xfrm>
              <a:off x="2928" y="2928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77" name="Oval 13"/>
            <p:cNvSpPr>
              <a:spLocks noChangeArrowheads="1"/>
            </p:cNvSpPr>
            <p:nvPr/>
          </p:nvSpPr>
          <p:spPr bwMode="auto">
            <a:xfrm>
              <a:off x="3840" y="2016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78" name="Oval 14"/>
            <p:cNvSpPr>
              <a:spLocks noChangeArrowheads="1"/>
            </p:cNvSpPr>
            <p:nvPr/>
          </p:nvSpPr>
          <p:spPr bwMode="auto">
            <a:xfrm>
              <a:off x="3888" y="1488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79" name="Oval 15"/>
            <p:cNvSpPr>
              <a:spLocks noChangeArrowheads="1"/>
            </p:cNvSpPr>
            <p:nvPr/>
          </p:nvSpPr>
          <p:spPr bwMode="auto">
            <a:xfrm>
              <a:off x="3984" y="2448"/>
              <a:ext cx="96" cy="96"/>
            </a:xfrm>
            <a:prstGeom prst="ellipse">
              <a:avLst/>
            </a:prstGeom>
            <a:pattFill prst="ltVert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80" name="Oval 16"/>
            <p:cNvSpPr>
              <a:spLocks noChangeArrowheads="1"/>
            </p:cNvSpPr>
            <p:nvPr/>
          </p:nvSpPr>
          <p:spPr bwMode="auto">
            <a:xfrm>
              <a:off x="4656" y="2592"/>
              <a:ext cx="96" cy="96"/>
            </a:xfrm>
            <a:prstGeom prst="ellipse">
              <a:avLst/>
            </a:prstGeom>
            <a:pattFill prst="ltVert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81" name="Oval 17"/>
            <p:cNvSpPr>
              <a:spLocks noChangeArrowheads="1"/>
            </p:cNvSpPr>
            <p:nvPr/>
          </p:nvSpPr>
          <p:spPr bwMode="auto">
            <a:xfrm>
              <a:off x="3936" y="3120"/>
              <a:ext cx="96" cy="96"/>
            </a:xfrm>
            <a:prstGeom prst="ellipse">
              <a:avLst/>
            </a:prstGeom>
            <a:pattFill prst="ltVert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82" name="Oval 18"/>
            <p:cNvSpPr>
              <a:spLocks noChangeArrowheads="1"/>
            </p:cNvSpPr>
            <p:nvPr/>
          </p:nvSpPr>
          <p:spPr bwMode="auto">
            <a:xfrm>
              <a:off x="4992" y="2160"/>
              <a:ext cx="96" cy="96"/>
            </a:xfrm>
            <a:prstGeom prst="ellipse">
              <a:avLst/>
            </a:prstGeom>
            <a:pattFill prst="ltVert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15383" name="Oval 19"/>
            <p:cNvSpPr>
              <a:spLocks noChangeArrowheads="1"/>
            </p:cNvSpPr>
            <p:nvPr/>
          </p:nvSpPr>
          <p:spPr bwMode="auto">
            <a:xfrm>
              <a:off x="4320" y="1920"/>
              <a:ext cx="96" cy="96"/>
            </a:xfrm>
            <a:prstGeom prst="ellipse">
              <a:avLst/>
            </a:prstGeom>
            <a:pattFill prst="ltVert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84" name="Oval 21"/>
            <p:cNvSpPr>
              <a:spLocks noChangeArrowheads="1"/>
            </p:cNvSpPr>
            <p:nvPr/>
          </p:nvSpPr>
          <p:spPr bwMode="auto">
            <a:xfrm>
              <a:off x="3888" y="2304"/>
              <a:ext cx="96" cy="96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85" name="Oval 6"/>
            <p:cNvSpPr>
              <a:spLocks noChangeArrowheads="1"/>
            </p:cNvSpPr>
            <p:nvPr/>
          </p:nvSpPr>
          <p:spPr bwMode="auto">
            <a:xfrm>
              <a:off x="3696" y="1248"/>
              <a:ext cx="96" cy="96"/>
            </a:xfrm>
            <a:prstGeom prst="ellipse">
              <a:avLst/>
            </a:prstGeom>
            <a:pattFill prst="ltVert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86" name="Oval 6"/>
            <p:cNvSpPr>
              <a:spLocks noChangeArrowheads="1"/>
            </p:cNvSpPr>
            <p:nvPr/>
          </p:nvSpPr>
          <p:spPr bwMode="auto">
            <a:xfrm>
              <a:off x="3120" y="2736"/>
              <a:ext cx="96" cy="96"/>
            </a:xfrm>
            <a:prstGeom prst="ellipse">
              <a:avLst/>
            </a:prstGeom>
            <a:pattFill prst="ltVert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87" name="Oval 12"/>
            <p:cNvSpPr>
              <a:spLocks noChangeArrowheads="1"/>
            </p:cNvSpPr>
            <p:nvPr/>
          </p:nvSpPr>
          <p:spPr bwMode="auto">
            <a:xfrm>
              <a:off x="2928" y="2448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88" name="Oval 9"/>
            <p:cNvSpPr>
              <a:spLocks noChangeArrowheads="1"/>
            </p:cNvSpPr>
            <p:nvPr/>
          </p:nvSpPr>
          <p:spPr bwMode="auto">
            <a:xfrm>
              <a:off x="4464" y="2928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89" name="Oval 14"/>
            <p:cNvSpPr>
              <a:spLocks noChangeArrowheads="1"/>
            </p:cNvSpPr>
            <p:nvPr/>
          </p:nvSpPr>
          <p:spPr bwMode="auto">
            <a:xfrm>
              <a:off x="3552" y="3168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90" name="Oval 16"/>
            <p:cNvSpPr>
              <a:spLocks noChangeArrowheads="1"/>
            </p:cNvSpPr>
            <p:nvPr/>
          </p:nvSpPr>
          <p:spPr bwMode="auto">
            <a:xfrm>
              <a:off x="4848" y="2928"/>
              <a:ext cx="96" cy="96"/>
            </a:xfrm>
            <a:prstGeom prst="ellipse">
              <a:avLst/>
            </a:prstGeom>
            <a:pattFill prst="ltVert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91" name="Oval 18"/>
            <p:cNvSpPr>
              <a:spLocks noChangeArrowheads="1"/>
            </p:cNvSpPr>
            <p:nvPr/>
          </p:nvSpPr>
          <p:spPr bwMode="auto">
            <a:xfrm>
              <a:off x="4656" y="1968"/>
              <a:ext cx="96" cy="96"/>
            </a:xfrm>
            <a:prstGeom prst="ellipse">
              <a:avLst/>
            </a:prstGeom>
            <a:pattFill prst="ltVert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92" name="Oval 16"/>
            <p:cNvSpPr>
              <a:spLocks noChangeArrowheads="1"/>
            </p:cNvSpPr>
            <p:nvPr/>
          </p:nvSpPr>
          <p:spPr bwMode="auto">
            <a:xfrm>
              <a:off x="4224" y="1440"/>
              <a:ext cx="96" cy="96"/>
            </a:xfrm>
            <a:prstGeom prst="ellipse">
              <a:avLst/>
            </a:prstGeom>
            <a:pattFill prst="ltVert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93" name="Oval 14"/>
            <p:cNvSpPr>
              <a:spLocks noChangeArrowheads="1"/>
            </p:cNvSpPr>
            <p:nvPr/>
          </p:nvSpPr>
          <p:spPr bwMode="auto">
            <a:xfrm>
              <a:off x="3744" y="3360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94" name="Rectangle 34"/>
            <p:cNvSpPr>
              <a:spLocks noChangeArrowheads="1"/>
            </p:cNvSpPr>
            <p:nvPr/>
          </p:nvSpPr>
          <p:spPr bwMode="auto">
            <a:xfrm>
              <a:off x="2784" y="1104"/>
              <a:ext cx="2448" cy="244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95" name="Line 36"/>
            <p:cNvSpPr>
              <a:spLocks noChangeShapeType="1"/>
            </p:cNvSpPr>
            <p:nvPr/>
          </p:nvSpPr>
          <p:spPr bwMode="auto">
            <a:xfrm flipH="1">
              <a:off x="3954" y="1567"/>
              <a:ext cx="606" cy="73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vi-VN"/>
            </a:p>
          </p:txBody>
        </p:sp>
        <p:sp>
          <p:nvSpPr>
            <p:cNvPr id="15396" name="Text Box 37"/>
            <p:cNvSpPr txBox="1">
              <a:spLocks noChangeArrowheads="1"/>
            </p:cNvSpPr>
            <p:nvPr/>
          </p:nvSpPr>
          <p:spPr bwMode="auto">
            <a:xfrm>
              <a:off x="4464" y="1200"/>
              <a:ext cx="816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Ví dụ cần phân lớp </a:t>
              </a:r>
              <a:r>
                <a:rPr lang="en-US">
                  <a:latin typeface="Courier New" panose="02070309020205020404" pitchFamily="49" charset="0"/>
                </a:rPr>
                <a:t>z</a:t>
              </a:r>
            </a:p>
          </p:txBody>
        </p:sp>
        <p:sp>
          <p:nvSpPr>
            <p:cNvPr id="15397" name="Text Box 38"/>
            <p:cNvSpPr txBox="1">
              <a:spLocks noChangeArrowheads="1"/>
            </p:cNvSpPr>
            <p:nvPr/>
          </p:nvSpPr>
          <p:spPr bwMode="auto">
            <a:xfrm>
              <a:off x="3024" y="864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Lớp </a:t>
              </a:r>
              <a:r>
                <a:rPr lang="en-US">
                  <a:latin typeface="Courier New" panose="02070309020205020404" pitchFamily="49" charset="0"/>
                </a:rPr>
                <a:t>c1</a:t>
              </a:r>
            </a:p>
          </p:txBody>
        </p:sp>
        <p:sp>
          <p:nvSpPr>
            <p:cNvPr id="15398" name="Oval 11"/>
            <p:cNvSpPr>
              <a:spLocks noChangeArrowheads="1"/>
            </p:cNvSpPr>
            <p:nvPr/>
          </p:nvSpPr>
          <p:spPr bwMode="auto">
            <a:xfrm>
              <a:off x="2928" y="912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399" name="Oval 16"/>
            <p:cNvSpPr>
              <a:spLocks noChangeArrowheads="1"/>
            </p:cNvSpPr>
            <p:nvPr/>
          </p:nvSpPr>
          <p:spPr bwMode="auto">
            <a:xfrm>
              <a:off x="3984" y="912"/>
              <a:ext cx="96" cy="96"/>
            </a:xfrm>
            <a:prstGeom prst="ellipse">
              <a:avLst/>
            </a:prstGeom>
            <a:pattFill prst="ltVert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5400" name="Text Box 41"/>
            <p:cNvSpPr txBox="1">
              <a:spLocks noChangeArrowheads="1"/>
            </p:cNvSpPr>
            <p:nvPr/>
          </p:nvSpPr>
          <p:spPr bwMode="auto">
            <a:xfrm>
              <a:off x="4080" y="864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Lớp </a:t>
              </a:r>
              <a:r>
                <a:rPr lang="en-US">
                  <a:latin typeface="Courier New" panose="02070309020205020404" pitchFamily="49" charset="0"/>
                </a:rPr>
                <a:t>c2</a:t>
              </a:r>
            </a:p>
          </p:txBody>
        </p:sp>
      </p:grpSp>
      <p:sp>
        <p:nvSpPr>
          <p:cNvPr id="44" name="Rectangle 3"/>
          <p:cNvSpPr txBox="1">
            <a:spLocks noChangeArrowheads="1"/>
          </p:cNvSpPr>
          <p:nvPr/>
        </p:nvSpPr>
        <p:spPr bwMode="auto">
          <a:xfrm>
            <a:off x="533400" y="1524000"/>
            <a:ext cx="3429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2286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4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en-GB" sz="2400"/>
              <a:t>Xét 1 láng giềng gần nhất</a:t>
            </a: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→"/>
            </a:pPr>
            <a:r>
              <a:rPr lang="en-GB" sz="2400"/>
              <a:t>Gán </a:t>
            </a:r>
            <a:r>
              <a:rPr lang="en-GB" sz="2400">
                <a:latin typeface="Courier New" panose="02070309020205020404" pitchFamily="49" charset="0"/>
              </a:rPr>
              <a:t>z</a:t>
            </a:r>
            <a:r>
              <a:rPr lang="en-GB" sz="2400"/>
              <a:t> vào lớp </a:t>
            </a:r>
            <a:r>
              <a:rPr lang="en-GB" sz="2400">
                <a:latin typeface="Courier New" panose="02070309020205020404" pitchFamily="49" charset="0"/>
              </a:rPr>
              <a:t>c2</a:t>
            </a:r>
          </a:p>
          <a:p>
            <a:pPr eaLnBrk="1" hangingPunct="1">
              <a:spcBef>
                <a:spcPct val="6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en-GB" sz="2400"/>
              <a:t>Xét 3 láng giềng gần nhất</a:t>
            </a: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→"/>
            </a:pPr>
            <a:r>
              <a:rPr lang="en-GB" sz="2400"/>
              <a:t>Gán </a:t>
            </a:r>
            <a:r>
              <a:rPr lang="en-GB" sz="2400">
                <a:latin typeface="Courier New" panose="02070309020205020404" pitchFamily="49" charset="0"/>
              </a:rPr>
              <a:t>z</a:t>
            </a:r>
            <a:r>
              <a:rPr lang="en-GB" sz="2400"/>
              <a:t> vào lớp </a:t>
            </a:r>
            <a:r>
              <a:rPr lang="en-GB" sz="2400">
                <a:latin typeface="Courier New" panose="02070309020205020404" pitchFamily="49" charset="0"/>
              </a:rPr>
              <a:t>c1</a:t>
            </a:r>
            <a:endParaRPr lang="en-GB" sz="2400"/>
          </a:p>
          <a:p>
            <a:pPr eaLnBrk="1" hangingPunct="1">
              <a:spcBef>
                <a:spcPct val="6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en-GB" sz="2400"/>
              <a:t>Xét 5 láng giềng gần nhất</a:t>
            </a: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→"/>
            </a:pPr>
            <a:r>
              <a:rPr lang="en-GB" sz="2400"/>
              <a:t>Gán </a:t>
            </a:r>
            <a:r>
              <a:rPr lang="en-GB" sz="2400">
                <a:latin typeface="Courier New" panose="02070309020205020404" pitchFamily="49" charset="0"/>
              </a:rPr>
              <a:t>z</a:t>
            </a:r>
            <a:r>
              <a:rPr lang="en-GB" sz="2400"/>
              <a:t> vào lớp </a:t>
            </a:r>
            <a:r>
              <a:rPr lang="en-GB" sz="2400">
                <a:latin typeface="Courier New" panose="02070309020205020404" pitchFamily="49" charset="0"/>
              </a:rPr>
              <a:t>c1</a:t>
            </a:r>
            <a:endParaRPr lang="en-US" sz="240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583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/>
          <a:lstStyle/>
          <a:p>
            <a:pPr eaLnBrk="1" hangingPunct="1"/>
            <a:r>
              <a:rPr lang="en-US" sz="3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 thuật k-NN cho </a:t>
            </a:r>
            <a:r>
              <a:rPr lang="en-US" sz="360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 lớp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67565033-3F73-43A0-9C44-A85D4A1CFD7D}" type="slidenum">
              <a:rPr lang="en-US" altLang="en-US"/>
              <a:pPr eaLnBrk="1" hangingPunct="1"/>
              <a:t>7</a:t>
            </a:fld>
            <a:endParaRPr lang="en-US" altLang="en-US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3"/>
              <p:cNvSpPr txBox="1">
                <a:spLocks noChangeArrowheads="1"/>
              </p:cNvSpPr>
              <p:nvPr/>
            </p:nvSpPr>
            <p:spPr bwMode="auto">
              <a:xfrm>
                <a:off x="457200" y="1219200"/>
                <a:ext cx="8229600" cy="49117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>
                <a:lvl1pPr marL="2286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73075" indent="-1460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895350" indent="-269875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4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</a:pPr>
                <a:r>
                  <a:rPr lang="en-GB" sz="2400"/>
                  <a:t>Mỗi ví dụ học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2400"/>
                  <a:t> được biểu diễn bởi 2 thành phần:</a:t>
                </a:r>
              </a:p>
              <a:p>
                <a:pPr lvl="1" eaLnBrk="1" hangingPunct="1">
                  <a:spcBef>
                    <a:spcPct val="200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GB" sz="2000"/>
                  <a:t>Mô tả của ví dụ</a:t>
                </a:r>
                <a:r>
                  <a:rPr lang="en-GB" sz="2000">
                    <a:sym typeface="Symbol" panose="05050102010706020507" pitchFamily="18" charset="2"/>
                  </a:rPr>
                  <a:t>: 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𝒙</m:t>
                    </m:r>
                    <m:r>
                      <a:rPr lang="en-GB" sz="200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=(</m:t>
                    </m:r>
                    <m:r>
                      <a:rPr lang="en-GB" sz="200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GB" sz="2000" i="1" baseline="-2500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1</m:t>
                    </m:r>
                    <m:r>
                      <a:rPr lang="en-GB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a:rPr lang="en-GB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GB" sz="2000" i="1" baseline="-2500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2</m:t>
                    </m:r>
                    <m:r>
                      <a:rPr lang="en-GB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,…,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𝑥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en-GB" sz="2000">
                    <a:sym typeface="Symbol" panose="05050102010706020507" pitchFamily="18" charset="2"/>
                  </a:rPr>
                  <a:t>, trong đó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GB" sz="2000" i="1" baseline="-2500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𝑖</m:t>
                    </m:r>
                    <m:r>
                      <a:rPr lang="en-GB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</m:t>
                    </m:r>
                    <m:r>
                      <a:rPr lang="en-GB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𝑅</m:t>
                    </m:r>
                  </m:oMath>
                </a14:m>
                <a:endParaRPr lang="en-GB" sz="2000">
                  <a:sym typeface="Symbol" panose="05050102010706020507" pitchFamily="18" charset="2"/>
                </a:endParaRPr>
              </a:p>
              <a:p>
                <a:pPr lvl="1" eaLnBrk="1" hangingPunct="1">
                  <a:spcBef>
                    <a:spcPct val="200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GB" sz="2000">
                    <a:sym typeface="Symbol" panose="05050102010706020507" pitchFamily="18" charset="2"/>
                  </a:rPr>
                  <a:t>Nhãn lớp : 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𝑐</m:t>
                    </m:r>
                    <m:r>
                      <a:rPr lang="en-GB" sz="200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</m:t>
                    </m:r>
                    <m:r>
                      <a:rPr lang="en-GB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𝐶</m:t>
                    </m:r>
                  </m:oMath>
                </a14:m>
                <a:r>
                  <a:rPr lang="en-GB" sz="2000">
                    <a:sym typeface="Symbol" panose="05050102010706020507" pitchFamily="18" charset="2"/>
                  </a:rPr>
                  <a:t>, với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𝐶</m:t>
                    </m:r>
                  </m:oMath>
                </a14:m>
                <a:r>
                  <a:rPr lang="en-GB" sz="2000">
                    <a:sym typeface="Symbol" panose="05050102010706020507" pitchFamily="18" charset="2"/>
                  </a:rPr>
                  <a:t> là tập các nhãn lớp được xác định trước</a:t>
                </a:r>
                <a:endParaRPr lang="en-US" sz="2000"/>
              </a:p>
              <a:p>
                <a:pPr eaLnBrk="1" hangingPunct="1">
                  <a:spcBef>
                    <a:spcPct val="6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</a:pPr>
                <a:r>
                  <a:rPr lang="en-US" sz="2400"/>
                  <a:t>Giai đoạn học</a:t>
                </a:r>
              </a:p>
              <a:p>
                <a:pPr lvl="1" eaLnBrk="1" hangingPunct="1">
                  <a:spcBef>
                    <a:spcPct val="200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US" sz="2000"/>
                  <a:t>Đơn giản là lưu lại các ví dụ học trong tập học: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endParaRPr lang="en-GB" sz="2000">
                  <a:latin typeface="Courier New" panose="02070309020205020404" pitchFamily="49" charset="0"/>
                </a:endParaRPr>
              </a:p>
              <a:p>
                <a:pPr eaLnBrk="1" hangingPunct="1">
                  <a:spcBef>
                    <a:spcPct val="6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</a:pPr>
                <a:r>
                  <a:rPr lang="en-US" sz="2400"/>
                  <a:t>Giai đoạn phân lớp: Để phân lớp cho một ví dụ (mới)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endParaRPr lang="en-US" sz="2400" b="1">
                  <a:latin typeface="Courier New" panose="02070309020205020404" pitchFamily="49" charset="0"/>
                </a:endParaRPr>
              </a:p>
              <a:p>
                <a:pPr lvl="1" eaLnBrk="1" hangingPunct="1">
                  <a:spcBef>
                    <a:spcPct val="200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US" sz="2000"/>
                  <a:t>Với mỗi ví dụ học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000" b="1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</m:t>
                    </m:r>
                    <m:r>
                      <a:rPr lang="en-GB" sz="2000" b="1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𝑫</m:t>
                    </m:r>
                  </m:oMath>
                </a14:m>
                <a:r>
                  <a:rPr lang="en-US" sz="2000"/>
                  <a:t>, tính khoảng cách giữa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000"/>
                  <a:t> và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endParaRPr lang="en-US" sz="2000" b="1"/>
              </a:p>
              <a:p>
                <a:pPr lvl="1" eaLnBrk="1" hangingPunct="1">
                  <a:spcBef>
                    <a:spcPct val="400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GB" sz="2000"/>
                  <a:t>Xác định tập 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</a:rPr>
                      <m:t>𝑁𝐵</m:t>
                    </m:r>
                    <m:r>
                      <a:rPr lang="en-GB" sz="20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GB" sz="20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/>
                  <a:t> – các láng giềng gần nhất của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endParaRPr lang="en-GB" sz="2000" b="1">
                  <a:latin typeface="Courier New" panose="02070309020205020404" pitchFamily="49" charset="0"/>
                </a:endParaRPr>
              </a:p>
              <a:p>
                <a:pPr lvl="2" eaLnBrk="1" hangingPunct="1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→"/>
                </a:pPr>
                <a:r>
                  <a:rPr lang="en-GB" sz="2000"/>
                  <a:t>Gồm </a:t>
                </a:r>
                <a:r>
                  <a:rPr lang="en-GB" sz="2000" b="1" i="1">
                    <a:latin typeface="Garamond" panose="02020404030301010803" pitchFamily="18" charset="0"/>
                  </a:rPr>
                  <a:t>k</a:t>
                </a:r>
                <a:r>
                  <a:rPr lang="en-GB" sz="2000"/>
                  <a:t> ví dụ học trong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GB" sz="2000"/>
                  <a:t> gần nhất với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GB" sz="2000"/>
                  <a:t> tính theo một hàm khoảng cách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sz="2000" i="1">
                  <a:latin typeface="Garamond" panose="02020404030301010803" pitchFamily="18" charset="0"/>
                </a:endParaRPr>
              </a:p>
              <a:p>
                <a:pPr lvl="1" eaLnBrk="1" hangingPunct="1">
                  <a:spcBef>
                    <a:spcPct val="400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US" sz="2000">
                    <a:solidFill>
                      <a:srgbClr val="0000FF"/>
                    </a:solidFill>
                  </a:rPr>
                  <a:t>Phân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sz="2000">
                    <a:solidFill>
                      <a:srgbClr val="0000FF"/>
                    </a:solidFill>
                  </a:rPr>
                  <a:t> vào lớp chiếm số đông</a:t>
                </a:r>
                <a:r>
                  <a:rPr lang="en-US" sz="2000"/>
                  <a:t> (the majority class) trong số các lớp của các ví dụ trong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𝑁𝐵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>
                  <a:latin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9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219200"/>
                <a:ext cx="8229600" cy="4911725"/>
              </a:xfrm>
              <a:prstGeom prst="rect">
                <a:avLst/>
              </a:prstGeom>
              <a:blipFill rotWithShape="0">
                <a:blip r:embed="rId2"/>
                <a:stretch>
                  <a:fillRect l="-296" t="-868" r="-963" b="-210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750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Grp="1" noChangeArrowheads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6A3C30DF-A130-4443-BFDD-ABA195A82C7F}" type="slidenum">
              <a:rPr lang="en-US" altLang="en-US" sz="1200">
                <a:latin typeface="Garamond" panose="02020404030301010803" pitchFamily="18" charset="0"/>
              </a:rPr>
              <a:pPr algn="r" eaLnBrk="1" hangingPunct="1"/>
              <a:t>8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F002E4A2-C997-4660-B4D7-2E46101760E8}" type="slidenum">
              <a:rPr lang="en-US" altLang="en-US"/>
              <a:pPr eaLnBrk="1" hangingPunct="1"/>
              <a:t>8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83153"/>
            <a:ext cx="8229600" cy="762000"/>
          </a:xfrm>
        </p:spPr>
        <p:txBody>
          <a:bodyPr/>
          <a:lstStyle/>
          <a:p>
            <a:pPr eaLnBrk="1" hangingPunct="1"/>
            <a:r>
              <a:rPr lang="en-US" sz="3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 thuật k-NN cho </a:t>
            </a:r>
            <a:r>
              <a:rPr lang="en-US" sz="360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hồi quy</a:t>
            </a:r>
            <a:endParaRPr lang="en-US" sz="380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/>
              <p:cNvSpPr txBox="1">
                <a:spLocks noChangeArrowheads="1"/>
              </p:cNvSpPr>
              <p:nvPr/>
            </p:nvSpPr>
            <p:spPr>
              <a:xfrm>
                <a:off x="457200" y="1219200"/>
                <a:ext cx="8229600" cy="4911725"/>
              </a:xfrm>
              <a:prstGeom prst="rect">
                <a:avLst/>
              </a:prstGeom>
            </p:spPr>
            <p:txBody>
              <a:bodyPr/>
              <a:lstStyle>
                <a:lvl1pPr marL="2286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530225" indent="-203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71550" indent="-2921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</a:pPr>
                <a:r>
                  <a:rPr lang="en-GB" sz="2400"/>
                  <a:t>Mỗi ví dụ học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2400"/>
                  <a:t> được biểu diễn bởi 2 thành phần:</a:t>
                </a:r>
              </a:p>
              <a:p>
                <a:pPr lvl="1" eaLnBrk="1" hangingPunct="1">
                  <a:spcBef>
                    <a:spcPct val="200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GB" sz="2000"/>
                  <a:t>Mô tả của ví dụ</a:t>
                </a:r>
                <a:r>
                  <a:rPr lang="en-GB" sz="2000">
                    <a:sym typeface="Symbol" panose="05050102010706020507" pitchFamily="18" charset="2"/>
                  </a:rPr>
                  <a:t>: 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𝒙</m:t>
                    </m:r>
                    <m:r>
                      <a:rPr lang="en-GB" sz="200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=(</m:t>
                    </m:r>
                    <m:r>
                      <a:rPr lang="en-GB" sz="200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GB" sz="2000" i="1" baseline="-2500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1</m:t>
                    </m:r>
                    <m:r>
                      <a:rPr lang="en-GB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a:rPr lang="en-GB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GB" sz="2000" i="1" baseline="-2500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2</m:t>
                    </m:r>
                    <m:r>
                      <a:rPr lang="en-GB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,…,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𝑥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en-GB" sz="2000">
                    <a:sym typeface="Symbol" panose="05050102010706020507" pitchFamily="18" charset="2"/>
                  </a:rPr>
                  <a:t>, trong đó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GB" sz="2000" i="1" baseline="-2500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𝑖</m:t>
                    </m:r>
                    <m:r>
                      <a:rPr lang="en-GB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</m:t>
                    </m:r>
                    <m:r>
                      <a:rPr lang="en-GB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𝑅</m:t>
                    </m:r>
                  </m:oMath>
                </a14:m>
                <a:endParaRPr lang="en-GB" sz="2000">
                  <a:sym typeface="Symbol" panose="05050102010706020507" pitchFamily="18" charset="2"/>
                </a:endParaRPr>
              </a:p>
              <a:p>
                <a:pPr lvl="1" eaLnBrk="1" hangingPunct="1">
                  <a:spcBef>
                    <a:spcPct val="200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GB" sz="2000">
                    <a:sym typeface="Symbol" panose="05050102010706020507" pitchFamily="18" charset="2"/>
                  </a:rPr>
                  <a:t>Giá trị đầu ra mong muốn: 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𝑦</m:t>
                    </m:r>
                    <m:r>
                      <a:rPr lang="en-GB" sz="2000" i="1" baseline="-2500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</m:t>
                    </m:r>
                    <m:r>
                      <a:rPr lang="en-GB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𝑅</m:t>
                    </m:r>
                  </m:oMath>
                </a14:m>
                <a:r>
                  <a:rPr lang="en-GB" sz="2000">
                    <a:sym typeface="Symbol" panose="05050102010706020507" pitchFamily="18" charset="2"/>
                  </a:rPr>
                  <a:t>  (là một số thực)</a:t>
                </a:r>
                <a:endParaRPr lang="en-US" sz="2000"/>
              </a:p>
              <a:p>
                <a:pPr eaLnBrk="1" hangingPunct="1">
                  <a:spcBef>
                    <a:spcPts val="18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</a:pPr>
                <a:r>
                  <a:rPr lang="en-US" sz="2400"/>
                  <a:t>Giai đoạn học</a:t>
                </a:r>
              </a:p>
              <a:p>
                <a:pPr lvl="1" eaLnBrk="1" hangingPunct="1">
                  <a:spcBef>
                    <a:spcPct val="200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US" sz="2000"/>
                  <a:t>Đơn giản là lưu lại các ví dụ học trong tập học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endParaRPr lang="en-GB" sz="2000" b="1">
                  <a:latin typeface="Courier New" panose="02070309020205020404" pitchFamily="49" charset="0"/>
                </a:endParaRPr>
              </a:p>
              <a:p>
                <a:pPr eaLnBrk="1" hangingPunct="1">
                  <a:spcBef>
                    <a:spcPts val="18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</a:pPr>
                <a:r>
                  <a:rPr lang="en-US" sz="2400"/>
                  <a:t>Giai đoạn dự đoán: Để dự đoán giá trị đầu ra cho ví dụ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endParaRPr lang="en-US" sz="2400" b="1">
                  <a:latin typeface="Courier New" panose="02070309020205020404" pitchFamily="49" charset="0"/>
                </a:endParaRPr>
              </a:p>
              <a:p>
                <a:pPr lvl="1" eaLnBrk="1" hangingPunct="1">
                  <a:spcBef>
                    <a:spcPct val="200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US" sz="2000"/>
                  <a:t>Đối với mỗi ví dụ học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000" b="1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</m:t>
                    </m:r>
                    <m:r>
                      <a:rPr lang="en-GB" sz="2000" b="1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𝑫</m:t>
                    </m:r>
                  </m:oMath>
                </a14:m>
                <a:r>
                  <a:rPr lang="en-US" sz="2000"/>
                  <a:t>, tính khoảng cách giữa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000"/>
                  <a:t> và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endParaRPr lang="en-US" sz="2000" b="1"/>
              </a:p>
              <a:p>
                <a:pPr lvl="1" eaLnBrk="1" hangingPunct="1">
                  <a:spcBef>
                    <a:spcPct val="400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GB" sz="2000"/>
                  <a:t>Xác định tập 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</a:rPr>
                      <m:t>𝑁𝐵</m:t>
                    </m:r>
                    <m:r>
                      <a:rPr lang="en-GB" sz="20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GB" sz="20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/>
                  <a:t> – các láng giềng gần nhất của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endParaRPr lang="en-GB" sz="2000" b="1">
                  <a:latin typeface="Courier New" panose="02070309020205020404" pitchFamily="49" charset="0"/>
                </a:endParaRPr>
              </a:p>
              <a:p>
                <a:pPr lvl="2" eaLnBrk="1" hangingPunct="1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→"/>
                </a:pPr>
                <a:r>
                  <a:rPr lang="en-GB"/>
                  <a:t>Gồm </a:t>
                </a:r>
                <a:r>
                  <a:rPr lang="en-GB" b="1" i="1">
                    <a:latin typeface="Garamond" panose="02020404030301010803" pitchFamily="18" charset="0"/>
                  </a:rPr>
                  <a:t>k</a:t>
                </a:r>
                <a:r>
                  <a:rPr lang="en-GB"/>
                  <a:t> ví dụ học trong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GB"/>
                  <a:t> gần nhất với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GB"/>
                  <a:t> tính theo một hàm khoảng cách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b="1" i="1">
                  <a:latin typeface="Garamond" panose="02020404030301010803" pitchFamily="18" charset="0"/>
                </a:endParaRPr>
              </a:p>
              <a:p>
                <a:pPr lvl="1" eaLnBrk="1" hangingPunct="1">
                  <a:spcBef>
                    <a:spcPct val="400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US" sz="2000"/>
                  <a:t>Dự đoán giá trị đầu ra đối với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sz="2000"/>
                  <a:t>: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𝑁𝐵</m:t>
                        </m:r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</m:oMath>
                </a14:m>
                <a:endParaRPr lang="en-US" sz="2000"/>
              </a:p>
            </p:txBody>
          </p:sp>
        </mc:Choice>
        <mc:Fallback xmlns="">
          <p:sp>
            <p:nvSpPr>
              <p:cNvPr id="10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19200"/>
                <a:ext cx="8229600" cy="4911725"/>
              </a:xfrm>
              <a:prstGeom prst="rect">
                <a:avLst/>
              </a:prstGeom>
              <a:blipFill rotWithShape="0">
                <a:blip r:embed="rId2"/>
                <a:stretch>
                  <a:fillRect l="-296" t="-86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0135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Grp="1" noChangeArrowheads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6A3C30DF-A130-4443-BFDD-ABA195A82C7F}" type="slidenum">
              <a:rPr lang="en-US" altLang="en-US" sz="1200">
                <a:latin typeface="Garamond" panose="02020404030301010803" pitchFamily="18" charset="0"/>
              </a:rPr>
              <a:pPr algn="r" eaLnBrk="1" hangingPunct="1"/>
              <a:t>9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F002E4A2-C997-4660-B4D7-2E46101760E8}" type="slidenum">
              <a:rPr lang="en-US" altLang="en-US"/>
              <a:pPr eaLnBrk="1" hangingPunct="1"/>
              <a:t>9</a:t>
            </a:fld>
            <a:endParaRPr lang="en-US" altLang="en-US"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671637"/>
            <a:ext cx="5715000" cy="35147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88352" y="2139316"/>
            <a:ext cx="841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7030A0"/>
                </a:solidFill>
                <a:latin typeface="Bradley Hand ITC" panose="03070402050302030203" pitchFamily="66" charset="0"/>
              </a:rPr>
              <a:t>Suy nghĩ khác nhau!</a:t>
            </a:r>
            <a:endParaRPr lang="vi-VN">
              <a:solidFill>
                <a:srgbClr val="7030A0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5ED7674-7A7F-3943-9065-38BDC9FE71C8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381000"/>
            <a:ext cx="8229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Linh AvantGarde" panose="02000603030000020004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k-NN: </a:t>
            </a:r>
            <a:r>
              <a:rPr lang="en-US" sz="360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 vấn đề cốt lõi</a:t>
            </a:r>
            <a:endParaRPr lang="en-US" sz="380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4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Grp="1" noChangeArrowheads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6A3C30DF-A130-4443-BFDD-ABA195A82C7F}" type="slidenum">
              <a:rPr lang="en-US" altLang="en-US" sz="1200">
                <a:latin typeface="Garamond" panose="02020404030301010803" pitchFamily="18" charset="0"/>
              </a:rPr>
              <a:pPr algn="r" eaLnBrk="1" hangingPunct="1"/>
              <a:t>10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F002E4A2-C997-4660-B4D7-2E46101760E8}" type="slidenum">
              <a:rPr lang="en-US" altLang="en-US"/>
              <a:pPr eaLnBrk="1" hangingPunct="1"/>
              <a:t>10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81000"/>
            <a:ext cx="8229600" cy="762000"/>
          </a:xfrm>
        </p:spPr>
        <p:txBody>
          <a:bodyPr/>
          <a:lstStyle/>
          <a:p>
            <a:pPr eaLnBrk="1" hangingPunct="1"/>
            <a:r>
              <a:rPr lang="en-US" sz="3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k-NN: </a:t>
            </a:r>
            <a:r>
              <a:rPr lang="en-US" sz="360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 vấn đề cốt lõi</a:t>
            </a:r>
            <a:endParaRPr lang="en-US" sz="380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457200" y="1219200"/>
            <a:ext cx="8229600" cy="4911725"/>
          </a:xfrm>
          <a:prstGeom prst="rect">
            <a:avLst/>
          </a:prstGeom>
        </p:spPr>
        <p:txBody>
          <a:bodyPr/>
          <a:lstStyle>
            <a:lvl1pPr marL="2286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30225" indent="-203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71550" indent="-2921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en-US" sz="2400"/>
              <a:t>Hàm khoảng cách</a:t>
            </a:r>
          </a:p>
          <a:p>
            <a:pPr marL="669925" lvl="1" indent="-342900" eaLnBrk="1" hangingPunct="1">
              <a:spcBef>
                <a:spcPts val="1200"/>
              </a:spcBef>
              <a:buClr>
                <a:srgbClr val="00B0F0"/>
              </a:buClr>
              <a:buSzPct val="50000"/>
              <a:buFont typeface="Wingdings" panose="05000000000000000000" pitchFamily="2" charset="2"/>
              <a:buChar char="q"/>
            </a:pPr>
            <a:r>
              <a:rPr lang="en-US" sz="2000"/>
              <a:t>Mỗi hàm sẽ tương ứng với một cách nhìn về dữ liệu.</a:t>
            </a:r>
          </a:p>
          <a:p>
            <a:pPr marL="669925" lvl="1" indent="-342900" eaLnBrk="1" hangingPunct="1">
              <a:spcBef>
                <a:spcPts val="1200"/>
              </a:spcBef>
              <a:buClr>
                <a:srgbClr val="00B0F0"/>
              </a:buClr>
              <a:buSzPct val="50000"/>
              <a:buFont typeface="Wingdings" panose="05000000000000000000" pitchFamily="2" charset="2"/>
              <a:buChar char="q"/>
            </a:pPr>
            <a:r>
              <a:rPr lang="en-US" sz="2000"/>
              <a:t>Vô hạn hàm!!!</a:t>
            </a:r>
          </a:p>
          <a:p>
            <a:pPr marL="669925" lvl="1" indent="-342900" eaLnBrk="1" hangingPunct="1">
              <a:spcBef>
                <a:spcPts val="1200"/>
              </a:spcBef>
              <a:buClr>
                <a:srgbClr val="00B0F0"/>
              </a:buClr>
              <a:buSzPct val="50000"/>
              <a:buFont typeface="Wingdings" panose="05000000000000000000" pitchFamily="2" charset="2"/>
              <a:buChar char="q"/>
            </a:pPr>
            <a:r>
              <a:rPr lang="en-US" sz="2000"/>
              <a:t>Chọn hàm nào?</a:t>
            </a:r>
          </a:p>
          <a:p>
            <a:pPr marL="669925" lvl="1" indent="-342900" eaLnBrk="1" hangingPunct="1">
              <a:spcBef>
                <a:spcPts val="1200"/>
              </a:spcBef>
              <a:buClr>
                <a:srgbClr val="00B0F0"/>
              </a:buClr>
              <a:buSzPct val="50000"/>
              <a:buFont typeface="Wingdings" panose="05000000000000000000" pitchFamily="2" charset="2"/>
              <a:buChar char="q"/>
            </a:pPr>
            <a:endParaRPr lang="en-US" sz="2000"/>
          </a:p>
          <a:p>
            <a:pPr eaLnBrk="1" hangingPunct="1">
              <a:spcBef>
                <a:spcPts val="18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en-US" sz="2000"/>
          </a:p>
        </p:txBody>
      </p:sp>
      <p:grpSp>
        <p:nvGrpSpPr>
          <p:cNvPr id="11" name="Group 10"/>
          <p:cNvGrpSpPr/>
          <p:nvPr/>
        </p:nvGrpSpPr>
        <p:grpSpPr>
          <a:xfrm>
            <a:off x="4124325" y="2128838"/>
            <a:ext cx="4562475" cy="4114800"/>
            <a:chOff x="2290762" y="1371600"/>
            <a:chExt cx="4562475" cy="4114800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90762" y="1371600"/>
              <a:ext cx="4562475" cy="4114800"/>
            </a:xfrm>
            <a:prstGeom prst="rect">
              <a:avLst/>
            </a:prstGeom>
          </p:spPr>
        </p:pic>
        <p:sp>
          <p:nvSpPr>
            <p:cNvPr id="13" name="Oval 12"/>
            <p:cNvSpPr/>
            <p:nvPr/>
          </p:nvSpPr>
          <p:spPr>
            <a:xfrm>
              <a:off x="5253037" y="2366962"/>
              <a:ext cx="304800" cy="3048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4" name="Oval 13"/>
            <p:cNvSpPr/>
            <p:nvPr/>
          </p:nvSpPr>
          <p:spPr>
            <a:xfrm>
              <a:off x="6263640" y="34671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</p:spTree>
    <p:extLst>
      <p:ext uri="{BB962C8B-B14F-4D97-AF65-F5344CB8AC3E}">
        <p14:creationId xmlns:p14="http://schemas.microsoft.com/office/powerpoint/2010/main" val="717136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Grp="1" noChangeArrowheads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6A3C30DF-A130-4443-BFDD-ABA195A82C7F}" type="slidenum">
              <a:rPr lang="en-US" altLang="en-US" sz="1200">
                <a:latin typeface="Garamond" panose="02020404030301010803" pitchFamily="18" charset="0"/>
              </a:rPr>
              <a:pPr algn="r" eaLnBrk="1" hangingPunct="1"/>
              <a:t>11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F002E4A2-C997-4660-B4D7-2E46101760E8}" type="slidenum">
              <a:rPr lang="en-US" altLang="en-US"/>
              <a:pPr eaLnBrk="1" hangingPunct="1"/>
              <a:t>11</a:t>
            </a:fld>
            <a:endParaRPr lang="en-US" altLang="en-US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/>
              <p:cNvSpPr txBox="1">
                <a:spLocks noChangeArrowheads="1"/>
              </p:cNvSpPr>
              <p:nvPr/>
            </p:nvSpPr>
            <p:spPr>
              <a:xfrm>
                <a:off x="457200" y="1219200"/>
                <a:ext cx="8229600" cy="4911725"/>
              </a:xfrm>
              <a:prstGeom prst="rect">
                <a:avLst/>
              </a:prstGeom>
            </p:spPr>
            <p:txBody>
              <a:bodyPr/>
              <a:lstStyle>
                <a:lvl1pPr marL="2286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530225" indent="-203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71550" indent="-2921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ts val="18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</a:pPr>
                <a:r>
                  <a:rPr lang="en-US" sz="2400"/>
                  <a:t>Chọn tập láng giềng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𝑁𝐵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/>
              </a:p>
              <a:p>
                <a:pPr marL="669925" lvl="1" indent="-342900" eaLnBrk="1" hangingPunct="1">
                  <a:spcBef>
                    <a:spcPts val="1200"/>
                  </a:spcBef>
                  <a:buClr>
                    <a:srgbClr val="00B0F0"/>
                  </a:buClr>
                  <a:buSzPct val="50000"/>
                  <a:buFont typeface="Wingdings" panose="05000000000000000000" pitchFamily="2" charset="2"/>
                  <a:buChar char="q"/>
                </a:pPr>
                <a:r>
                  <a:rPr lang="en-US" sz="2000"/>
                  <a:t>Chọn bao nhiêu láng giềng?</a:t>
                </a:r>
              </a:p>
              <a:p>
                <a:pPr marL="669925" lvl="1" indent="-342900" eaLnBrk="1" hangingPunct="1">
                  <a:spcBef>
                    <a:spcPts val="1200"/>
                  </a:spcBef>
                  <a:buClr>
                    <a:srgbClr val="00B0F0"/>
                  </a:buClr>
                  <a:buSzPct val="50000"/>
                  <a:buFont typeface="Wingdings" panose="05000000000000000000" pitchFamily="2" charset="2"/>
                  <a:buChar char="q"/>
                </a:pPr>
                <a:r>
                  <a:rPr lang="en-US" sz="2000"/>
                  <a:t>Giới hạn chọn theo vùng?</a:t>
                </a:r>
              </a:p>
              <a:p>
                <a:pPr marL="669925" lvl="1" indent="-342900" eaLnBrk="1" hangingPunct="1">
                  <a:spcBef>
                    <a:spcPts val="1200"/>
                  </a:spcBef>
                  <a:buClr>
                    <a:srgbClr val="00B0F0"/>
                  </a:buClr>
                  <a:buSzPct val="50000"/>
                  <a:buFont typeface="Wingdings" panose="05000000000000000000" pitchFamily="2" charset="2"/>
                  <a:buChar char="q"/>
                </a:pPr>
                <a:endParaRPr lang="en-US" sz="2000"/>
              </a:p>
              <a:p>
                <a:pPr eaLnBrk="1" hangingPunct="1">
                  <a:spcBef>
                    <a:spcPts val="18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</a:pPr>
                <a:endParaRPr lang="en-US" sz="2000"/>
              </a:p>
            </p:txBody>
          </p:sp>
        </mc:Choice>
        <mc:Fallback xmlns="">
          <p:sp>
            <p:nvSpPr>
              <p:cNvPr id="10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19200"/>
                <a:ext cx="8229600" cy="4911725"/>
              </a:xfrm>
              <a:prstGeom prst="rect">
                <a:avLst/>
              </a:prstGeom>
              <a:blipFill rotWithShape="0">
                <a:blip r:embed="rId2"/>
                <a:stretch>
                  <a:fillRect l="-296" t="-86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3498" t="24706" r="2797" b="10757"/>
          <a:stretch/>
        </p:blipFill>
        <p:spPr>
          <a:xfrm>
            <a:off x="3581400" y="2590800"/>
            <a:ext cx="5105400" cy="3657600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DC6024CC-3479-E342-99E2-609FAB53D089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381000"/>
            <a:ext cx="8229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Linh AvantGarde" panose="02000603030000020004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k-NN: </a:t>
            </a:r>
            <a:r>
              <a:rPr lang="en-US" sz="360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 vấn đề cốt lõi</a:t>
            </a:r>
            <a:endParaRPr lang="en-US" sz="380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308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458200" cy="762000"/>
          </a:xfrm>
        </p:spPr>
        <p:txBody>
          <a:bodyPr/>
          <a:lstStyle/>
          <a:p>
            <a:pPr eaLnBrk="1" hangingPunct="1"/>
            <a:r>
              <a:rPr lang="en-US" sz="3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k-NN: </a:t>
            </a:r>
            <a:r>
              <a:rPr lang="en-US" sz="360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 hay nhiều láng giềng?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67565033-3F73-43A0-9C44-A85D4A1CFD7D}" type="slidenum">
              <a:rPr lang="en-US" altLang="en-US"/>
              <a:pPr eaLnBrk="1" hangingPunct="1"/>
              <a:t>12</a:t>
            </a:fld>
            <a:endParaRPr lang="en-US" altLang="en-US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3"/>
              <p:cNvSpPr txBox="1">
                <a:spLocks noChangeArrowheads="1"/>
              </p:cNvSpPr>
              <p:nvPr/>
            </p:nvSpPr>
            <p:spPr bwMode="auto">
              <a:xfrm>
                <a:off x="457200" y="1219200"/>
                <a:ext cx="8229600" cy="49117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>
                <a:lvl1pPr marL="2286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669925" indent="-212725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4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</a:pPr>
                <a:r>
                  <a:rPr lang="en-US" sz="2200" i="1"/>
                  <a:t>Về lý thuyết thì 1-NN cũng có thể là một trong số các phương pháp tối ưu.</a:t>
                </a:r>
              </a:p>
              <a:p>
                <a:pPr eaLnBrk="1" hangingPunct="1">
                  <a:spcBef>
                    <a:spcPct val="4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</a:pPr>
                <a:r>
                  <a:rPr lang="en-US" sz="2200"/>
                  <a:t>k-NN là một phương pháp tối ưu Bayes nếu gặp một số điều kiện, chẳng hạn: y bị chặn, cỡ M của tập học lớn, hàm hồi quy liên tục, và </a:t>
                </a:r>
              </a:p>
              <a:p>
                <a:pPr eaLnBrk="1" hangingPunct="1">
                  <a:spcBef>
                    <a:spcPts val="18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</a:pPr>
                <a:endParaRPr lang="en-US" sz="2200"/>
              </a:p>
              <a:p>
                <a:pPr eaLnBrk="1" hangingPunct="1">
                  <a:spcBef>
                    <a:spcPts val="18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</a:pPr>
                <a:r>
                  <a:rPr lang="en-US" sz="2200"/>
                  <a:t>Trong thực tiễn ta nên lấy nhiều hàng xóm 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 &gt;1)</m:t>
                    </m:r>
                  </m:oMath>
                </a14:m>
                <a:r>
                  <a:rPr lang="en-US" sz="2200"/>
                  <a:t> khi cần phân lớp/dự đoán, nhưng không quá nhiều. Lý do:</a:t>
                </a:r>
              </a:p>
              <a:p>
                <a:pPr lvl="1" eaLnBrk="1" hangingPunct="1">
                  <a:spcBef>
                    <a:spcPct val="400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US" sz="2000"/>
                  <a:t>Tránh ảnh hưởng của lỗi/nhiễu nếu chỉ dùng 1 hàng xóm.</a:t>
                </a:r>
              </a:p>
              <a:p>
                <a:pPr lvl="1" eaLnBrk="1" hangingPunct="1">
                  <a:spcBef>
                    <a:spcPct val="400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US" sz="2000"/>
                  <a:t>Nếu quá nhiều hàng xóm thì sẽ phá vỡ cấu trúc tiềm ẩn trong dữ liệu.</a:t>
                </a:r>
              </a:p>
            </p:txBody>
          </p:sp>
        </mc:Choice>
        <mc:Fallback xmlns="">
          <p:sp>
            <p:nvSpPr>
              <p:cNvPr id="9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219200"/>
                <a:ext cx="8229600" cy="4911725"/>
              </a:xfrm>
              <a:prstGeom prst="rect">
                <a:avLst/>
              </a:prstGeom>
              <a:blipFill rotWithShape="0">
                <a:blip r:embed="rId2"/>
                <a:stretch>
                  <a:fillRect l="-148" t="-744" r="-74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3276600"/>
            <a:ext cx="59182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3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/>
          <a:lstStyle/>
          <a:p>
            <a:pPr eaLnBrk="1" hangingPunct="1"/>
            <a:r>
              <a:rPr lang="en-US" sz="3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Hàm tính khoảng cách (1)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67565033-3F73-43A0-9C44-A85D4A1CFD7D}" type="slidenum">
              <a:rPr lang="en-US" altLang="en-US"/>
              <a:pPr eaLnBrk="1" hangingPunct="1"/>
              <a:t>13</a:t>
            </a:fld>
            <a:endParaRPr lang="en-US" altLang="en-US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3"/>
              <p:cNvSpPr txBox="1">
                <a:spLocks noChangeArrowheads="1"/>
              </p:cNvSpPr>
              <p:nvPr/>
            </p:nvSpPr>
            <p:spPr bwMode="auto">
              <a:xfrm>
                <a:off x="457200" y="1219200"/>
                <a:ext cx="8229600" cy="49117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>
                <a:lvl1pPr marL="2286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6858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</a:pPr>
                <a:r>
                  <a:rPr lang="en-US" sz="2400"/>
                  <a:t>Hàm tính khoảng cách </a:t>
                </a:r>
                <a:r>
                  <a:rPr lang="en-US" sz="2400" b="1" i="1">
                    <a:latin typeface="Courier New" panose="02070309020205020404" pitchFamily="49" charset="0"/>
                  </a:rPr>
                  <a:t>d</a:t>
                </a:r>
              </a:p>
              <a:p>
                <a:pPr lvl="1">
                  <a:spcBef>
                    <a:spcPct val="200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US" sz="2000"/>
                  <a:t>Đóng vai trò rất quan trọng trong phương pháp học dựa trên các láng giềng gần nhất</a:t>
                </a:r>
              </a:p>
              <a:p>
                <a:pPr lvl="1">
                  <a:spcBef>
                    <a:spcPct val="400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US" sz="2000"/>
                  <a:t>Thường được xác định trước, và không thay đổi trong suốt quá trình học và phân loại/dự đoán</a:t>
                </a:r>
              </a:p>
              <a:p>
                <a:pPr>
                  <a:spcBef>
                    <a:spcPct val="8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</a:pPr>
                <a:r>
                  <a:rPr lang="en-US" sz="2400"/>
                  <a:t>Lựa chọn hàm khoảng cách </a:t>
                </a:r>
                <a:r>
                  <a:rPr lang="en-US" sz="2400" b="1" i="1">
                    <a:latin typeface="Courier New" panose="02070309020205020404" pitchFamily="49" charset="0"/>
                  </a:rPr>
                  <a:t>d</a:t>
                </a:r>
              </a:p>
              <a:p>
                <a:pPr lvl="1">
                  <a:spcBef>
                    <a:spcPct val="400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US" sz="2000" i="1"/>
                  <a:t>Các hàm khoảng cách hình học</a:t>
                </a:r>
                <a:r>
                  <a:rPr lang="en-US" sz="2000"/>
                  <a:t>:  Có thể phù hợp với các bài toán có các thuộc tính đầu vào là kiểu số thực (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baseline="-2500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</m:t>
                    </m:r>
                    <m:r>
                      <a:rPr lang="en-US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𝑅</m:t>
                    </m:r>
                  </m:oMath>
                </a14:m>
                <a:r>
                  <a:rPr lang="en-US" sz="2000">
                    <a:sym typeface="Symbol" panose="05050102010706020507" pitchFamily="18" charset="2"/>
                  </a:rPr>
                  <a:t>)</a:t>
                </a:r>
                <a:endParaRPr lang="en-US" sz="2000" i="1">
                  <a:sym typeface="Symbol" panose="05050102010706020507" pitchFamily="18" charset="2"/>
                </a:endParaRPr>
              </a:p>
              <a:p>
                <a:pPr lvl="1">
                  <a:spcBef>
                    <a:spcPct val="400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US" sz="2000" i="1"/>
                  <a:t>Hàm khoảng cách Hamming</a:t>
                </a:r>
                <a:r>
                  <a:rPr lang="en-US" sz="2000"/>
                  <a:t>: Có thể phù hợp với các bài toán có các thuộc tính đầu vào là kiểu nhị phân (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baseline="-2500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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000"/>
                  <a:t>)</a:t>
                </a:r>
              </a:p>
            </p:txBody>
          </p:sp>
        </mc:Choice>
        <mc:Fallback xmlns="">
          <p:sp>
            <p:nvSpPr>
              <p:cNvPr id="9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219200"/>
                <a:ext cx="8229600" cy="4911725"/>
              </a:xfrm>
              <a:prstGeom prst="rect">
                <a:avLst/>
              </a:prstGeom>
              <a:blipFill rotWithShape="0">
                <a:blip r:embed="rId2"/>
                <a:stretch>
                  <a:fillRect l="-296" t="-1365" r="-88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802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/>
          <a:lstStyle/>
          <a:p>
            <a:pPr eaLnBrk="1" hangingPunct="1"/>
            <a:r>
              <a:rPr lang="en-US" sz="3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Hàm tính khoảng cách (2)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67565033-3F73-43A0-9C44-A85D4A1CFD7D}" type="slidenum">
              <a:rPr lang="en-US" altLang="en-US"/>
              <a:pPr eaLnBrk="1" hangingPunct="1"/>
              <a:t>14</a:t>
            </a:fld>
            <a:endParaRPr lang="en-US" altLang="en-US">
              <a:latin typeface="Garamond" panose="02020404030301010803" pitchFamily="18" charset="0"/>
            </a:endParaRPr>
          </a:p>
        </p:txBody>
      </p:sp>
      <p:graphicFrame>
        <p:nvGraphicFramePr>
          <p:cNvPr id="205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8390770"/>
              </p:ext>
            </p:extLst>
          </p:nvPr>
        </p:nvGraphicFramePr>
        <p:xfrm>
          <a:off x="5372100" y="2803358"/>
          <a:ext cx="205740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3" imgW="1193760" imgH="431640" progId="Equation.3">
                  <p:embed/>
                </p:oleObj>
              </mc:Choice>
              <mc:Fallback>
                <p:oleObj name="Equation" r:id="rId3" imgW="1193760" imgH="431640" progId="Equation.3">
                  <p:embed/>
                  <p:pic>
                    <p:nvPicPr>
                      <p:cNvPr id="205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100" y="2803358"/>
                        <a:ext cx="2057400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8954653"/>
              </p:ext>
            </p:extLst>
          </p:nvPr>
        </p:nvGraphicFramePr>
        <p:xfrm>
          <a:off x="5219700" y="3641558"/>
          <a:ext cx="2286000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5" imgW="1422360" imgH="482400" progId="Equation.3">
                  <p:embed/>
                </p:oleObj>
              </mc:Choice>
              <mc:Fallback>
                <p:oleObj name="Equation" r:id="rId5" imgW="1422360" imgH="482400" progId="Equation.3">
                  <p:embed/>
                  <p:pic>
                    <p:nvPicPr>
                      <p:cNvPr id="205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3641558"/>
                        <a:ext cx="2286000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0984774"/>
              </p:ext>
            </p:extLst>
          </p:nvPr>
        </p:nvGraphicFramePr>
        <p:xfrm>
          <a:off x="5219700" y="1965158"/>
          <a:ext cx="26670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7" imgW="1562040" imgH="482400" progId="Equation.3">
                  <p:embed/>
                </p:oleObj>
              </mc:Choice>
              <mc:Fallback>
                <p:oleObj name="Equation" r:id="rId7" imgW="1562040" imgH="482400" progId="Equation.3">
                  <p:embed/>
                  <p:pic>
                    <p:nvPicPr>
                      <p:cNvPr id="205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1965158"/>
                        <a:ext cx="26670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9078268"/>
              </p:ext>
            </p:extLst>
          </p:nvPr>
        </p:nvGraphicFramePr>
        <p:xfrm>
          <a:off x="6057900" y="5411621"/>
          <a:ext cx="1481138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9" imgW="838080" imgH="291960" progId="Equation.3">
                  <p:embed/>
                </p:oleObj>
              </mc:Choice>
              <mc:Fallback>
                <p:oleObj name="Equation" r:id="rId9" imgW="838080" imgH="291960" progId="Equation.3">
                  <p:embed/>
                  <p:pic>
                    <p:nvPicPr>
                      <p:cNvPr id="205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0" y="5411621"/>
                        <a:ext cx="1481138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9505804"/>
              </p:ext>
            </p:extLst>
          </p:nvPr>
        </p:nvGraphicFramePr>
        <p:xfrm>
          <a:off x="5219700" y="4497221"/>
          <a:ext cx="3165475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11" imgW="1790640" imgH="482400" progId="Equation.3">
                  <p:embed/>
                </p:oleObj>
              </mc:Choice>
              <mc:Fallback>
                <p:oleObj name="Equation" r:id="rId11" imgW="1790640" imgH="482400" progId="Equation.3">
                  <p:embed/>
                  <p:pic>
                    <p:nvPicPr>
                      <p:cNvPr id="205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4497221"/>
                        <a:ext cx="3165475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457200" y="1219200"/>
                <a:ext cx="4800600" cy="49117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2286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/>
                </a:pPr>
                <a:r>
                  <a:rPr lang="en-US" sz="2400" kern="0">
                    <a:latin typeface="+mn-lt"/>
                  </a:rPr>
                  <a:t>Các </a:t>
                </a:r>
                <a:r>
                  <a:rPr lang="en-US" sz="2400" kern="0" err="1">
                    <a:latin typeface="+mn-lt"/>
                  </a:rPr>
                  <a:t>hàm</a:t>
                </a:r>
                <a:r>
                  <a:rPr lang="en-US" sz="2400" kern="0">
                    <a:latin typeface="+mn-lt"/>
                  </a:rPr>
                  <a:t> </a:t>
                </a:r>
                <a:r>
                  <a:rPr lang="en-US" sz="2400" kern="0" err="1">
                    <a:latin typeface="+mn-lt"/>
                  </a:rPr>
                  <a:t>tính</a:t>
                </a:r>
                <a:r>
                  <a:rPr lang="en-US" sz="2400" kern="0">
                    <a:latin typeface="+mn-lt"/>
                  </a:rPr>
                  <a:t> </a:t>
                </a:r>
                <a:r>
                  <a:rPr lang="en-US" sz="2400" kern="0" err="1">
                    <a:latin typeface="+mn-lt"/>
                  </a:rPr>
                  <a:t>khoảng</a:t>
                </a:r>
                <a:r>
                  <a:rPr lang="en-US" sz="2400" kern="0">
                    <a:latin typeface="+mn-lt"/>
                  </a:rPr>
                  <a:t> </a:t>
                </a:r>
                <a:r>
                  <a:rPr lang="en-US" sz="2400" kern="0" err="1">
                    <a:latin typeface="+mn-lt"/>
                  </a:rPr>
                  <a:t>cách</a:t>
                </a:r>
                <a:r>
                  <a:rPr lang="en-US" sz="2400" kern="0">
                    <a:latin typeface="+mn-lt"/>
                  </a:rPr>
                  <a:t> </a:t>
                </a:r>
                <a:r>
                  <a:rPr lang="en-US" sz="2400" kern="0" err="1">
                    <a:latin typeface="+mn-lt"/>
                  </a:rPr>
                  <a:t>hình</a:t>
                </a:r>
                <a:r>
                  <a:rPr lang="en-US" sz="2400" kern="0">
                    <a:latin typeface="+mn-lt"/>
                  </a:rPr>
                  <a:t> </a:t>
                </a:r>
                <a:r>
                  <a:rPr lang="en-US" sz="2400" kern="0" err="1">
                    <a:latin typeface="+mn-lt"/>
                  </a:rPr>
                  <a:t>học</a:t>
                </a:r>
                <a:r>
                  <a:rPr lang="en-US" sz="2400" kern="0">
                    <a:latin typeface="+mn-lt"/>
                  </a:rPr>
                  <a:t> (Geometry distance functions)</a:t>
                </a:r>
              </a:p>
              <a:p>
                <a:pPr marL="628650" lvl="1" indent="-171450" eaLnBrk="0" hangingPunct="0">
                  <a:spcBef>
                    <a:spcPts val="1800"/>
                  </a:spcBef>
                  <a:buClr>
                    <a:schemeClr val="accent2"/>
                  </a:buClr>
                  <a:buSzPct val="60000"/>
                  <a:buFontTx/>
                  <a:buChar char="•"/>
                  <a:defRPr/>
                </a:pPr>
                <a:r>
                  <a:rPr lang="en-US" sz="2000" kern="0" err="1">
                    <a:latin typeface="+mn-lt"/>
                  </a:rPr>
                  <a:t>Hàm</a:t>
                </a:r>
                <a:r>
                  <a:rPr lang="en-US" sz="2000" kern="0">
                    <a:latin typeface="+mn-lt"/>
                  </a:rPr>
                  <a:t> </a:t>
                </a:r>
                <a:r>
                  <a:rPr lang="en-US" sz="2000" kern="0" err="1">
                    <a:latin typeface="+mn-lt"/>
                  </a:rPr>
                  <a:t>Minkowski</a:t>
                </a:r>
                <a:r>
                  <a:rPr lang="en-US" sz="2000" kern="0">
                    <a:latin typeface="+mn-lt"/>
                  </a:rPr>
                  <a:t>  (</a:t>
                </a:r>
                <a14:m>
                  <m:oMath xmlns:m="http://schemas.openxmlformats.org/officeDocument/2006/math"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kern="0">
                    <a:latin typeface="+mn-lt"/>
                  </a:rPr>
                  <a:t>-norm):</a:t>
                </a:r>
              </a:p>
              <a:p>
                <a:pPr marL="628650" lvl="1" indent="-171450" eaLnBrk="0" hangingPunct="0">
                  <a:spcBef>
                    <a:spcPts val="3600"/>
                  </a:spcBef>
                  <a:buClr>
                    <a:schemeClr val="accent2"/>
                  </a:buClr>
                  <a:buSzPct val="60000"/>
                  <a:buFontTx/>
                  <a:buChar char="•"/>
                  <a:defRPr/>
                </a:pPr>
                <a:r>
                  <a:rPr lang="en-US" sz="2000" kern="0" err="1">
                    <a:latin typeface="+mn-lt"/>
                  </a:rPr>
                  <a:t>Hàm</a:t>
                </a:r>
                <a:r>
                  <a:rPr lang="en-US" sz="2000" kern="0">
                    <a:latin typeface="+mn-lt"/>
                  </a:rPr>
                  <a:t> Manhattan  (</a:t>
                </a:r>
                <a14:m>
                  <m:oMath xmlns:m="http://schemas.openxmlformats.org/officeDocument/2006/math"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kern="0">
                    <a:latin typeface="+mn-lt"/>
                  </a:rPr>
                  <a:t>):</a:t>
                </a:r>
              </a:p>
              <a:p>
                <a:pPr marL="628650" lvl="1" indent="-171450" eaLnBrk="0" hangingPunct="0">
                  <a:spcBef>
                    <a:spcPts val="4800"/>
                  </a:spcBef>
                  <a:buClr>
                    <a:schemeClr val="accent2"/>
                  </a:buClr>
                  <a:buSzPct val="60000"/>
                  <a:buFontTx/>
                  <a:buChar char="•"/>
                  <a:defRPr/>
                </a:pPr>
                <a:r>
                  <a:rPr lang="en-US" sz="2000" kern="0" err="1">
                    <a:latin typeface="+mn-lt"/>
                  </a:rPr>
                  <a:t>Hàm</a:t>
                </a:r>
                <a:r>
                  <a:rPr lang="en-US" sz="2000" kern="0">
                    <a:latin typeface="+mn-lt"/>
                  </a:rPr>
                  <a:t> Euclid  (</a:t>
                </a:r>
                <a14:m>
                  <m:oMath xmlns:m="http://schemas.openxmlformats.org/officeDocument/2006/math"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000" kern="0">
                    <a:latin typeface="+mn-lt"/>
                  </a:rPr>
                  <a:t>):</a:t>
                </a:r>
              </a:p>
              <a:p>
                <a:pPr marL="628650" lvl="1" indent="-171450" eaLnBrk="0" hangingPunct="0">
                  <a:spcBef>
                    <a:spcPct val="180000"/>
                  </a:spcBef>
                  <a:buClr>
                    <a:schemeClr val="accent2"/>
                  </a:buClr>
                  <a:buSzPct val="60000"/>
                  <a:buFontTx/>
                  <a:buChar char="•"/>
                  <a:defRPr/>
                </a:pPr>
                <a:r>
                  <a:rPr lang="en-US" sz="2000" kern="0" err="1">
                    <a:latin typeface="+mn-lt"/>
                  </a:rPr>
                  <a:t>Hàm</a:t>
                </a:r>
                <a:r>
                  <a:rPr lang="en-US" sz="2000" kern="0">
                    <a:latin typeface="+mn-lt"/>
                  </a:rPr>
                  <a:t> </a:t>
                </a:r>
                <a:r>
                  <a:rPr lang="en-US" sz="2000" kern="0" err="1">
                    <a:latin typeface="+mn-lt"/>
                  </a:rPr>
                  <a:t>Chebyshev</a:t>
                </a:r>
                <a:r>
                  <a:rPr lang="en-US" sz="2000" kern="0">
                    <a:latin typeface="+mn-lt"/>
                  </a:rPr>
                  <a:t>  (</a:t>
                </a:r>
                <a14:m>
                  <m:oMath xmlns:m="http://schemas.openxmlformats.org/officeDocument/2006/math"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sz="2000" kern="0">
                    <a:latin typeface="+mn-lt"/>
                  </a:rPr>
                  <a:t>):</a:t>
                </a:r>
              </a:p>
            </p:txBody>
          </p:sp>
        </mc:Choice>
        <mc:Fallback xmlns="">
          <p:sp>
            <p:nvSpPr>
              <p:cNvPr id="14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219200"/>
                <a:ext cx="4800600" cy="4911725"/>
              </a:xfrm>
              <a:prstGeom prst="rect">
                <a:avLst/>
              </a:prstGeom>
              <a:blipFill>
                <a:blip r:embed="rId13"/>
                <a:stretch>
                  <a:fillRect l="-528" t="-1034" r="-131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5617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Hàm tính khoảng cách (3)</a:t>
            </a:r>
          </a:p>
        </p:txBody>
      </p:sp>
      <p:graphicFrame>
        <p:nvGraphicFramePr>
          <p:cNvPr id="307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962525" y="1524000"/>
          <a:ext cx="2830513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3" imgW="1549080" imgH="393480" progId="Equation.3">
                  <p:embed/>
                </p:oleObj>
              </mc:Choice>
              <mc:Fallback>
                <p:oleObj name="Equation" r:id="rId3" imgW="1549080" imgH="393480" progId="Equation.3">
                  <p:embed/>
                  <p:pic>
                    <p:nvPicPr>
                      <p:cNvPr id="307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2525" y="1524000"/>
                        <a:ext cx="2830513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837113" y="2297113"/>
          <a:ext cx="297497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5" imgW="1600200" imgH="393480" progId="Equation.3">
                  <p:embed/>
                </p:oleObj>
              </mc:Choice>
              <mc:Fallback>
                <p:oleObj name="Equation" r:id="rId5" imgW="1600200" imgH="393480" progId="Equation.3">
                  <p:embed/>
                  <p:pic>
                    <p:nvPicPr>
                      <p:cNvPr id="307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7113" y="2297113"/>
                        <a:ext cx="2974975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EF5118D-301F-426E-9F36-341B0819C422}" type="slidenum">
              <a:rPr lang="en-US" altLang="en-US">
                <a:latin typeface="Garamond" panose="02020404030301010803" pitchFamily="18" charset="0"/>
              </a:rPr>
              <a:pPr eaLnBrk="1" hangingPunct="1"/>
              <a:t>15</a:t>
            </a:fld>
            <a:endParaRPr lang="en-US" altLang="en-US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3"/>
              <p:cNvSpPr txBox="1">
                <a:spLocks noChangeArrowheads="1"/>
              </p:cNvSpPr>
              <p:nvPr/>
            </p:nvSpPr>
            <p:spPr bwMode="auto">
              <a:xfrm>
                <a:off x="457200" y="1295400"/>
                <a:ext cx="4114800" cy="4648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>
                <a:lvl1pPr marL="2286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62865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</a:pPr>
                <a:r>
                  <a:rPr lang="en-US" sz="2400"/>
                  <a:t>Hàm khoảng cách Hamming</a:t>
                </a:r>
              </a:p>
              <a:p>
                <a:pPr lvl="1">
                  <a:spcBef>
                    <a:spcPts val="12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US" sz="2000"/>
                  <a:t>Đối với các thuộc tính đầu vào là kiểu nhị phân (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000"/>
                  <a:t>)</a:t>
                </a:r>
              </a:p>
              <a:p>
                <a:pPr lvl="1">
                  <a:spcBef>
                    <a:spcPts val="12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US" sz="2000"/>
                  <a:t>Ví dụ: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=(0,1,0,1,1)</m:t>
                    </m:r>
                  </m:oMath>
                </a14:m>
                <a:endParaRPr lang="en-US" sz="2000"/>
              </a:p>
            </p:txBody>
          </p:sp>
        </mc:Choice>
        <mc:Fallback xmlns="">
          <p:sp>
            <p:nvSpPr>
              <p:cNvPr id="12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295400"/>
                <a:ext cx="4114800" cy="4648200"/>
              </a:xfrm>
              <a:prstGeom prst="rect">
                <a:avLst/>
              </a:prstGeom>
              <a:blipFill rotWithShape="0">
                <a:blip r:embed="rId7"/>
                <a:stretch>
                  <a:fillRect l="-593" t="-91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0215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Grp="1" noChangeArrowheads="1"/>
          </p:cNvSpPr>
          <p:nvPr/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DDC724F3-7A31-4879-8053-1BE920FFBCDD}" type="slidenum">
              <a:rPr lang="en-US" altLang="en-US" sz="1200">
                <a:latin typeface="Garamond" panose="02020404030301010803" pitchFamily="18" charset="0"/>
              </a:rPr>
              <a:pPr algn="r" eaLnBrk="1" hangingPunct="1"/>
              <a:t>16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F002E4A2-C997-4660-B4D7-2E46101760E8}" type="slidenum">
              <a:rPr lang="en-US" altLang="en-US"/>
              <a:pPr eaLnBrk="1" hangingPunct="1"/>
              <a:t>16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48444"/>
            <a:ext cx="8382000" cy="762000"/>
          </a:xfrm>
        </p:spPr>
        <p:txBody>
          <a:bodyPr/>
          <a:lstStyle/>
          <a:p>
            <a:pPr eaLnBrk="1" hangingPunct="1"/>
            <a:r>
              <a:rPr lang="en-US" sz="3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Chuẩn hóa miền giá trị thuộc tính</a:t>
            </a:r>
          </a:p>
        </p:txBody>
      </p:sp>
      <p:graphicFrame>
        <p:nvGraphicFramePr>
          <p:cNvPr id="4098" name="Object 6"/>
          <p:cNvGraphicFramePr>
            <a:graphicFrameLocks noChangeAspect="1"/>
          </p:cNvGraphicFramePr>
          <p:nvPr/>
        </p:nvGraphicFramePr>
        <p:xfrm>
          <a:off x="4800600" y="1066800"/>
          <a:ext cx="259080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3" imgW="1422360" imgH="482400" progId="Equation.3">
                  <p:embed/>
                </p:oleObj>
              </mc:Choice>
              <mc:Fallback>
                <p:oleObj name="Equation" r:id="rId3" imgW="1422360" imgH="482400" progId="Equation.3">
                  <p:embed/>
                  <p:pic>
                    <p:nvPicPr>
                      <p:cNvPr id="40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066800"/>
                        <a:ext cx="2590800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/>
              <p:cNvSpPr txBox="1">
                <a:spLocks noChangeArrowheads="1"/>
              </p:cNvSpPr>
              <p:nvPr/>
            </p:nvSpPr>
            <p:spPr>
              <a:xfrm>
                <a:off x="457200" y="1219200"/>
                <a:ext cx="8382000" cy="4911725"/>
              </a:xfrm>
              <a:prstGeom prst="rect">
                <a:avLst/>
              </a:prstGeom>
            </p:spPr>
            <p:txBody>
              <a:bodyPr/>
              <a:lstStyle>
                <a:lvl1pPr marL="2286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669925" indent="-212725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895350" indent="-269875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</a:pPr>
                <a:r>
                  <a:rPr lang="en-US" sz="2000"/>
                  <a:t>Hàm tính khoảng cách Euclid:</a:t>
                </a:r>
              </a:p>
              <a:p>
                <a:pPr>
                  <a:spcBef>
                    <a:spcPts val="36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</a:pPr>
                <a:r>
                  <a:rPr lang="en-US" sz="2000"/>
                  <a:t>Giả sử mỗi ví dụ được biểu diễn bởi 3 thuộc tính:  </a:t>
                </a:r>
                <a:r>
                  <a:rPr lang="en-US" sz="2000">
                    <a:latin typeface="Courier New" panose="02070309020205020404" pitchFamily="49" charset="0"/>
                  </a:rPr>
                  <a:t>Age</a:t>
                </a:r>
                <a:r>
                  <a:rPr lang="en-US" sz="2000"/>
                  <a:t>, </a:t>
                </a:r>
                <a:r>
                  <a:rPr lang="en-US" sz="2000">
                    <a:latin typeface="Courier New" panose="02070309020205020404" pitchFamily="49" charset="0"/>
                  </a:rPr>
                  <a:t>Income</a:t>
                </a:r>
                <a:r>
                  <a:rPr lang="en-US" sz="2000"/>
                  <a:t> (cho mỗi tháng), và </a:t>
                </a:r>
                <a:r>
                  <a:rPr lang="en-US" sz="2000">
                    <a:latin typeface="Courier New" panose="02070309020205020404" pitchFamily="49" charset="0"/>
                  </a:rPr>
                  <a:t>Height</a:t>
                </a:r>
                <a:r>
                  <a:rPr lang="en-US" sz="2000"/>
                  <a:t> (đo theo mét)</a:t>
                </a:r>
              </a:p>
              <a:p>
                <a:pPr lvl="1">
                  <a:spcBef>
                    <a:spcPct val="20000"/>
                  </a:spcBef>
                  <a:buClr>
                    <a:schemeClr val="accent2"/>
                  </a:buClr>
                  <a:buFontTx/>
                  <a:buChar char="•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/>
                  <a:t> = (</a:t>
                </a:r>
                <a:r>
                  <a:rPr lang="en-US">
                    <a:latin typeface="Courier New" panose="02070309020205020404" pitchFamily="49" charset="0"/>
                  </a:rPr>
                  <a:t>Age</a:t>
                </a:r>
                <a:r>
                  <a:rPr lang="en-US"/>
                  <a:t>=20, </a:t>
                </a:r>
                <a:r>
                  <a:rPr lang="en-US">
                    <a:latin typeface="Courier New" panose="02070309020205020404" pitchFamily="49" charset="0"/>
                  </a:rPr>
                  <a:t>Income</a:t>
                </a:r>
                <a:r>
                  <a:rPr lang="en-US"/>
                  <a:t>=12000, </a:t>
                </a:r>
                <a:r>
                  <a:rPr lang="en-US">
                    <a:latin typeface="Courier New" panose="02070309020205020404" pitchFamily="49" charset="0"/>
                  </a:rPr>
                  <a:t>Height</a:t>
                </a:r>
                <a:r>
                  <a:rPr lang="en-US"/>
                  <a:t>=1.68)</a:t>
                </a:r>
              </a:p>
              <a:p>
                <a:pPr lvl="1">
                  <a:spcBef>
                    <a:spcPct val="20000"/>
                  </a:spcBef>
                  <a:buClr>
                    <a:schemeClr val="accent2"/>
                  </a:buClr>
                  <a:buFontTx/>
                  <a:buChar char="•"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/>
                  <a:t> = (</a:t>
                </a:r>
                <a:r>
                  <a:rPr lang="en-US">
                    <a:latin typeface="Courier New" panose="02070309020205020404" pitchFamily="49" charset="0"/>
                  </a:rPr>
                  <a:t>Age</a:t>
                </a:r>
                <a:r>
                  <a:rPr lang="en-US"/>
                  <a:t>=40, </a:t>
                </a:r>
                <a:r>
                  <a:rPr lang="en-US">
                    <a:latin typeface="Courier New" panose="02070309020205020404" pitchFamily="49" charset="0"/>
                  </a:rPr>
                  <a:t>Income</a:t>
                </a:r>
                <a:r>
                  <a:rPr lang="en-US"/>
                  <a:t>=1300, </a:t>
                </a:r>
                <a:r>
                  <a:rPr lang="en-US">
                    <a:latin typeface="Courier New" panose="02070309020205020404" pitchFamily="49" charset="0"/>
                  </a:rPr>
                  <a:t>Height</a:t>
                </a:r>
                <a:r>
                  <a:rPr lang="en-US"/>
                  <a:t>=1.75)</a:t>
                </a:r>
              </a:p>
              <a:p>
                <a:pPr>
                  <a:spcBef>
                    <a:spcPct val="4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</a:pPr>
                <a:r>
                  <a:rPr lang="en-US" sz="2000"/>
                  <a:t>Khoảng cách giữa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000"/>
                  <a:t> và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endParaRPr lang="en-US" sz="2000" b="1">
                  <a:latin typeface="Courier New" panose="02070309020205020404" pitchFamily="49" charset="0"/>
                </a:endParaRPr>
              </a:p>
              <a:p>
                <a:pPr lvl="1">
                  <a:spcBef>
                    <a:spcPct val="20000"/>
                  </a:spcBef>
                  <a:buClr>
                    <a:schemeClr val="accent2"/>
                  </a:buClr>
                  <a:buFontTx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20−40</m:t>
                            </m:r>
                          </m:e>
                        </m:d>
                        <m:r>
                          <a:rPr lang="en-US" i="1" baseline="30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+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12000−1300</m:t>
                            </m:r>
                          </m:e>
                        </m:d>
                        <m:r>
                          <a:rPr lang="en-US" i="1" baseline="30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+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1.68−1.75</m:t>
                            </m:r>
                          </m:e>
                        </m:d>
                        <m:r>
                          <a:rPr lang="en-US" i="1" baseline="30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 baseline="3000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baseline="30000" smtClean="0">
                        <a:latin typeface="Cambria Math" panose="02040503050406030204" pitchFamily="18" charset="0"/>
                      </a:rPr>
                      <m:t>.5</m:t>
                    </m:r>
                  </m:oMath>
                </a14:m>
                <a:endParaRPr lang="en-US" baseline="30000"/>
              </a:p>
              <a:p>
                <a:pPr lvl="1">
                  <a:spcBef>
                    <a:spcPct val="200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US"/>
                  <a:t>Giá trị khoảng cách bị quyết định chủ yếu bởi giá trị khoảng cách (sự khác biệt) giữa 2 ví dụ đối với thuộc tính </a:t>
                </a:r>
                <a:r>
                  <a:rPr lang="en-US">
                    <a:latin typeface="Courier New" panose="02070309020205020404" pitchFamily="49" charset="0"/>
                  </a:rPr>
                  <a:t>Income</a:t>
                </a:r>
                <a:endParaRPr lang="en-US"/>
              </a:p>
              <a:p>
                <a:pPr lvl="2">
                  <a:spcBef>
                    <a:spcPct val="20000"/>
                  </a:spcBef>
                  <a:buClr>
                    <a:schemeClr val="tx2"/>
                  </a:buClr>
                  <a:buFont typeface="Arial" panose="020B0604020202020204" pitchFamily="34" charset="0"/>
                  <a:buChar char="→"/>
                </a:pPr>
                <a:r>
                  <a:rPr lang="en-US"/>
                  <a:t>Vì:  Thuộc tính </a:t>
                </a:r>
                <a:r>
                  <a:rPr lang="en-US">
                    <a:latin typeface="Courier New" panose="02070309020205020404" pitchFamily="49" charset="0"/>
                  </a:rPr>
                  <a:t>Income</a:t>
                </a:r>
                <a:r>
                  <a:rPr lang="en-US"/>
                  <a:t> có miền giá trị rất lớn so với các thuộc tính khác</a:t>
                </a:r>
              </a:p>
              <a:p>
                <a:pPr>
                  <a:spcBef>
                    <a:spcPct val="4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</a:pPr>
                <a:r>
                  <a:rPr lang="en-US" sz="2000"/>
                  <a:t>Có thể chuẩn hóa miền giá trị (đưa về cùng một khoảng giá trị)</a:t>
                </a:r>
              </a:p>
              <a:p>
                <a:pPr lvl="1">
                  <a:spcBef>
                    <a:spcPct val="200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US"/>
                  <a:t>Khoảng giá trị [0,1] thường được sử dụng</a:t>
                </a:r>
              </a:p>
              <a:p>
                <a:pPr lvl="1">
                  <a:spcBef>
                    <a:spcPct val="200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US"/>
                  <a:t>Đối với mỗi thuộc tính  </a:t>
                </a:r>
                <a:r>
                  <a:rPr lang="en-US">
                    <a:latin typeface="Courier New" panose="02070309020205020404" pitchFamily="49" charset="0"/>
                  </a:rPr>
                  <a:t>i</a:t>
                </a:r>
                <a:r>
                  <a:rPr lang="en-US"/>
                  <a:t>: 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/</m:t>
                    </m:r>
                    <m:func>
                      <m:funcPr>
                        <m:ctrlPr>
                          <a:rPr lang="en-US" i="1" baseline="-250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>
                  <a:latin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10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19200"/>
                <a:ext cx="8382000" cy="4911725"/>
              </a:xfrm>
              <a:prstGeom prst="rect">
                <a:avLst/>
              </a:prstGeom>
              <a:blipFill rotWithShape="0">
                <a:blip r:embed="rId5"/>
                <a:stretch>
                  <a:fillRect t="-496" r="-1164" b="-8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3870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3"/>
              <p:cNvSpPr txBox="1">
                <a:spLocks noChangeArrowheads="1"/>
              </p:cNvSpPr>
              <p:nvPr/>
            </p:nvSpPr>
            <p:spPr bwMode="auto">
              <a:xfrm>
                <a:off x="457200" y="1219200"/>
                <a:ext cx="8229600" cy="49117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2286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/>
                </a:pPr>
                <a:r>
                  <a:rPr lang="en-US" sz="2000" kern="0" err="1">
                    <a:latin typeface="+mn-lt"/>
                  </a:rPr>
                  <a:t>Hàm</a:t>
                </a:r>
                <a:r>
                  <a:rPr lang="en-US" sz="2000" kern="0">
                    <a:latin typeface="+mn-lt"/>
                  </a:rPr>
                  <a:t> </a:t>
                </a:r>
                <a:r>
                  <a:rPr lang="en-US" sz="2000" kern="0" err="1">
                    <a:latin typeface="+mn-lt"/>
                  </a:rPr>
                  <a:t>khoảng</a:t>
                </a:r>
                <a:r>
                  <a:rPr lang="en-US" sz="2000" kern="0">
                    <a:latin typeface="+mn-lt"/>
                  </a:rPr>
                  <a:t> </a:t>
                </a:r>
                <a:r>
                  <a:rPr lang="en-US" sz="2000" kern="0" err="1">
                    <a:latin typeface="+mn-lt"/>
                  </a:rPr>
                  <a:t>cách</a:t>
                </a:r>
                <a:r>
                  <a:rPr lang="en-US" sz="2000" kern="0">
                    <a:latin typeface="+mn-lt"/>
                  </a:rPr>
                  <a:t> Euclid:</a:t>
                </a:r>
              </a:p>
              <a:p>
                <a:pPr marL="628650" lvl="1" indent="-171450" eaLnBrk="0" hangingPunct="0">
                  <a:spcBef>
                    <a:spcPts val="3000"/>
                  </a:spcBef>
                  <a:buClr>
                    <a:schemeClr val="accent2"/>
                  </a:buClr>
                  <a:buFontTx/>
                  <a:buChar char="•"/>
                  <a:defRPr/>
                </a:pPr>
                <a:r>
                  <a:rPr lang="en-US" kern="0" err="1">
                    <a:latin typeface="+mn-lt"/>
                  </a:rPr>
                  <a:t>Tất</a:t>
                </a:r>
                <a:r>
                  <a:rPr lang="en-US" kern="0">
                    <a:latin typeface="+mn-lt"/>
                  </a:rPr>
                  <a:t> </a:t>
                </a:r>
                <a:r>
                  <a:rPr lang="en-US" kern="0" err="1">
                    <a:latin typeface="+mn-lt"/>
                  </a:rPr>
                  <a:t>cả</a:t>
                </a:r>
                <a:r>
                  <a:rPr lang="en-US" kern="0">
                    <a:latin typeface="+mn-lt"/>
                  </a:rPr>
                  <a:t> </a:t>
                </a:r>
                <a:r>
                  <a:rPr lang="en-US" kern="0" err="1">
                    <a:latin typeface="+mn-lt"/>
                  </a:rPr>
                  <a:t>các</a:t>
                </a:r>
                <a:r>
                  <a:rPr lang="en-US" kern="0">
                    <a:latin typeface="+mn-lt"/>
                  </a:rPr>
                  <a:t> </a:t>
                </a:r>
                <a:r>
                  <a:rPr lang="en-US" kern="0" err="1">
                    <a:latin typeface="+mn-lt"/>
                  </a:rPr>
                  <a:t>thuộc</a:t>
                </a:r>
                <a:r>
                  <a:rPr lang="en-US" kern="0">
                    <a:latin typeface="+mn-lt"/>
                  </a:rPr>
                  <a:t> </a:t>
                </a:r>
                <a:r>
                  <a:rPr lang="en-US" kern="0" err="1">
                    <a:latin typeface="+mn-lt"/>
                  </a:rPr>
                  <a:t>tính</a:t>
                </a:r>
                <a:r>
                  <a:rPr lang="en-US" kern="0">
                    <a:latin typeface="+mn-lt"/>
                  </a:rPr>
                  <a:t> </a:t>
                </a:r>
                <a:r>
                  <a:rPr lang="en-US" kern="0" err="1">
                    <a:latin typeface="+mn-lt"/>
                  </a:rPr>
                  <a:t>có</a:t>
                </a:r>
                <a:r>
                  <a:rPr lang="en-US" kern="0">
                    <a:latin typeface="+mn-lt"/>
                  </a:rPr>
                  <a:t> </a:t>
                </a:r>
                <a:r>
                  <a:rPr lang="en-US" kern="0" err="1">
                    <a:latin typeface="+mn-lt"/>
                  </a:rPr>
                  <a:t>cùng</a:t>
                </a:r>
                <a:r>
                  <a:rPr lang="en-US" kern="0">
                    <a:latin typeface="+mn-lt"/>
                  </a:rPr>
                  <a:t> (</a:t>
                </a:r>
                <a:r>
                  <a:rPr lang="en-US" kern="0" err="1">
                    <a:latin typeface="+mn-lt"/>
                  </a:rPr>
                  <a:t>như</a:t>
                </a:r>
                <a:r>
                  <a:rPr lang="en-US" kern="0">
                    <a:latin typeface="+mn-lt"/>
                  </a:rPr>
                  <a:t> </a:t>
                </a:r>
                <a:r>
                  <a:rPr lang="en-US" kern="0" err="1">
                    <a:latin typeface="+mn-lt"/>
                  </a:rPr>
                  <a:t>nhau</a:t>
                </a:r>
                <a:r>
                  <a:rPr lang="en-US" kern="0">
                    <a:latin typeface="+mn-lt"/>
                  </a:rPr>
                  <a:t>) </a:t>
                </a:r>
                <a:r>
                  <a:rPr lang="en-US" kern="0" err="1">
                    <a:latin typeface="+mn-lt"/>
                  </a:rPr>
                  <a:t>ảnh</a:t>
                </a:r>
                <a:r>
                  <a:rPr lang="en-US" kern="0">
                    <a:latin typeface="+mn-lt"/>
                  </a:rPr>
                  <a:t> </a:t>
                </a:r>
                <a:r>
                  <a:rPr lang="en-US" kern="0" err="1">
                    <a:latin typeface="+mn-lt"/>
                  </a:rPr>
                  <a:t>hưởng</a:t>
                </a:r>
                <a:r>
                  <a:rPr lang="en-US" kern="0">
                    <a:latin typeface="+mn-lt"/>
                  </a:rPr>
                  <a:t> </a:t>
                </a:r>
                <a:r>
                  <a:rPr lang="en-US" kern="0" err="1">
                    <a:latin typeface="+mn-lt"/>
                  </a:rPr>
                  <a:t>đối</a:t>
                </a:r>
                <a:r>
                  <a:rPr lang="en-US" kern="0">
                    <a:latin typeface="+mn-lt"/>
                  </a:rPr>
                  <a:t> </a:t>
                </a:r>
                <a:r>
                  <a:rPr lang="en-US" kern="0" err="1">
                    <a:latin typeface="+mn-lt"/>
                  </a:rPr>
                  <a:t>với</a:t>
                </a:r>
                <a:r>
                  <a:rPr lang="en-US" kern="0">
                    <a:latin typeface="+mn-lt"/>
                  </a:rPr>
                  <a:t> </a:t>
                </a:r>
                <a:r>
                  <a:rPr lang="en-US" kern="0" err="1">
                    <a:latin typeface="+mn-lt"/>
                  </a:rPr>
                  <a:t>giá</a:t>
                </a:r>
                <a:r>
                  <a:rPr lang="en-US" kern="0">
                    <a:latin typeface="+mn-lt"/>
                  </a:rPr>
                  <a:t> </a:t>
                </a:r>
                <a:r>
                  <a:rPr lang="en-US" kern="0" err="1">
                    <a:latin typeface="+mn-lt"/>
                  </a:rPr>
                  <a:t>trị</a:t>
                </a:r>
                <a:r>
                  <a:rPr lang="en-US" kern="0">
                    <a:latin typeface="+mn-lt"/>
                  </a:rPr>
                  <a:t> </a:t>
                </a:r>
                <a:r>
                  <a:rPr lang="en-US" kern="0" err="1">
                    <a:latin typeface="+mn-lt"/>
                  </a:rPr>
                  <a:t>khoảng</a:t>
                </a:r>
                <a:r>
                  <a:rPr lang="en-US" kern="0">
                    <a:latin typeface="+mn-lt"/>
                  </a:rPr>
                  <a:t> </a:t>
                </a:r>
                <a:r>
                  <a:rPr lang="en-US" kern="0" err="1">
                    <a:latin typeface="+mn-lt"/>
                  </a:rPr>
                  <a:t>cách</a:t>
                </a:r>
                <a:endParaRPr lang="en-US" kern="0">
                  <a:latin typeface="+mn-lt"/>
                </a:endParaRPr>
              </a:p>
              <a:p>
                <a:pPr marL="228600" indent="-228600" eaLnBrk="0" hangingPunct="0">
                  <a:spcBef>
                    <a:spcPct val="4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/>
                </a:pPr>
                <a:r>
                  <a:rPr lang="en-US" sz="2000" b="1" kern="0" err="1">
                    <a:latin typeface="+mn-lt"/>
                  </a:rPr>
                  <a:t>Các</a:t>
                </a:r>
                <a:r>
                  <a:rPr lang="en-US" sz="2000" b="1" kern="0">
                    <a:latin typeface="+mn-lt"/>
                  </a:rPr>
                  <a:t> </a:t>
                </a:r>
                <a:r>
                  <a:rPr lang="en-US" sz="2000" b="1" kern="0" err="1">
                    <a:latin typeface="+mn-lt"/>
                  </a:rPr>
                  <a:t>thuộc</a:t>
                </a:r>
                <a:r>
                  <a:rPr lang="en-US" sz="2000" b="1" kern="0">
                    <a:latin typeface="+mn-lt"/>
                  </a:rPr>
                  <a:t> </a:t>
                </a:r>
                <a:r>
                  <a:rPr lang="en-US" sz="2000" b="1" kern="0" err="1">
                    <a:latin typeface="+mn-lt"/>
                  </a:rPr>
                  <a:t>tính</a:t>
                </a:r>
                <a:r>
                  <a:rPr lang="en-US" sz="2000" b="1" kern="0">
                    <a:latin typeface="+mn-lt"/>
                  </a:rPr>
                  <a:t> </a:t>
                </a:r>
                <a:r>
                  <a:rPr lang="en-US" sz="2000" b="1" kern="0" err="1">
                    <a:latin typeface="+mn-lt"/>
                  </a:rPr>
                  <a:t>khác</a:t>
                </a:r>
                <a:r>
                  <a:rPr lang="en-US" sz="2000" b="1" kern="0">
                    <a:latin typeface="+mn-lt"/>
                  </a:rPr>
                  <a:t> </a:t>
                </a:r>
                <a:r>
                  <a:rPr lang="en-US" sz="2000" b="1" kern="0" err="1">
                    <a:latin typeface="+mn-lt"/>
                  </a:rPr>
                  <a:t>nhau</a:t>
                </a:r>
                <a:r>
                  <a:rPr lang="en-US" sz="2000" kern="0">
                    <a:latin typeface="+mn-lt"/>
                  </a:rPr>
                  <a:t> </a:t>
                </a:r>
                <a:r>
                  <a:rPr lang="en-US" sz="2000" kern="0" err="1">
                    <a:latin typeface="+mn-lt"/>
                  </a:rPr>
                  <a:t>có</a:t>
                </a:r>
                <a:r>
                  <a:rPr lang="en-US" sz="2000" kern="0">
                    <a:latin typeface="+mn-lt"/>
                  </a:rPr>
                  <a:t> </a:t>
                </a:r>
                <a:r>
                  <a:rPr lang="en-US" sz="2000" kern="0" err="1">
                    <a:latin typeface="+mn-lt"/>
                  </a:rPr>
                  <a:t>thể</a:t>
                </a:r>
                <a:r>
                  <a:rPr lang="en-US" sz="2000" kern="0">
                    <a:latin typeface="+mn-lt"/>
                  </a:rPr>
                  <a:t> (</a:t>
                </a:r>
                <a:r>
                  <a:rPr lang="en-US" sz="2000" kern="0" err="1">
                    <a:latin typeface="+mn-lt"/>
                  </a:rPr>
                  <a:t>nên</a:t>
                </a:r>
                <a:r>
                  <a:rPr lang="en-US" sz="2000" kern="0">
                    <a:latin typeface="+mn-lt"/>
                  </a:rPr>
                  <a:t>) </a:t>
                </a:r>
                <a:r>
                  <a:rPr lang="en-US" sz="2000" kern="0" err="1">
                    <a:latin typeface="+mn-lt"/>
                  </a:rPr>
                  <a:t>có</a:t>
                </a:r>
                <a:r>
                  <a:rPr lang="en-US" sz="2000" kern="0">
                    <a:latin typeface="+mn-lt"/>
                  </a:rPr>
                  <a:t> </a:t>
                </a:r>
                <a:r>
                  <a:rPr lang="en-US" sz="2000" b="1" kern="0" err="1">
                    <a:latin typeface="+mn-lt"/>
                  </a:rPr>
                  <a:t>mức</a:t>
                </a:r>
                <a:r>
                  <a:rPr lang="en-US" sz="2000" b="1" kern="0">
                    <a:latin typeface="+mn-lt"/>
                  </a:rPr>
                  <a:t> </a:t>
                </a:r>
                <a:r>
                  <a:rPr lang="en-US" sz="2000" b="1" kern="0" err="1">
                    <a:latin typeface="+mn-lt"/>
                  </a:rPr>
                  <a:t>độ</a:t>
                </a:r>
                <a:r>
                  <a:rPr lang="en-US" sz="2000" b="1" kern="0">
                    <a:latin typeface="+mn-lt"/>
                  </a:rPr>
                  <a:t> </a:t>
                </a:r>
                <a:r>
                  <a:rPr lang="en-US" sz="2000" b="1" kern="0" err="1">
                    <a:latin typeface="+mn-lt"/>
                  </a:rPr>
                  <a:t>ảnh</a:t>
                </a:r>
                <a:r>
                  <a:rPr lang="en-US" sz="2000" b="1" kern="0">
                    <a:latin typeface="+mn-lt"/>
                  </a:rPr>
                  <a:t> </a:t>
                </a:r>
                <a:r>
                  <a:rPr lang="en-US" sz="2000" b="1" kern="0" err="1">
                    <a:latin typeface="+mn-lt"/>
                  </a:rPr>
                  <a:t>hưởng</a:t>
                </a:r>
                <a:r>
                  <a:rPr lang="en-US" sz="2000" b="1" kern="0">
                    <a:latin typeface="+mn-lt"/>
                  </a:rPr>
                  <a:t> </a:t>
                </a:r>
                <a:r>
                  <a:rPr lang="en-US" sz="2000" b="1" kern="0" err="1">
                    <a:latin typeface="+mn-lt"/>
                  </a:rPr>
                  <a:t>khác</a:t>
                </a:r>
                <a:r>
                  <a:rPr lang="en-US" sz="2000" b="1" kern="0">
                    <a:latin typeface="+mn-lt"/>
                  </a:rPr>
                  <a:t> </a:t>
                </a:r>
                <a:r>
                  <a:rPr lang="en-US" sz="2000" b="1" kern="0" err="1">
                    <a:latin typeface="+mn-lt"/>
                  </a:rPr>
                  <a:t>nhau</a:t>
                </a:r>
                <a:r>
                  <a:rPr lang="en-US" sz="2000" kern="0">
                    <a:latin typeface="+mn-lt"/>
                  </a:rPr>
                  <a:t> </a:t>
                </a:r>
                <a:r>
                  <a:rPr lang="en-US" sz="2000" kern="0" err="1">
                    <a:latin typeface="+mn-lt"/>
                  </a:rPr>
                  <a:t>đối</a:t>
                </a:r>
                <a:r>
                  <a:rPr lang="en-US" sz="2000" kern="0">
                    <a:latin typeface="+mn-lt"/>
                  </a:rPr>
                  <a:t> </a:t>
                </a:r>
                <a:r>
                  <a:rPr lang="en-US" sz="2000" kern="0" err="1">
                    <a:latin typeface="+mn-lt"/>
                  </a:rPr>
                  <a:t>với</a:t>
                </a:r>
                <a:r>
                  <a:rPr lang="en-US" sz="2000" kern="0">
                    <a:latin typeface="+mn-lt"/>
                  </a:rPr>
                  <a:t> </a:t>
                </a:r>
                <a:r>
                  <a:rPr lang="en-US" sz="2000" kern="0" err="1">
                    <a:latin typeface="+mn-lt"/>
                  </a:rPr>
                  <a:t>giá</a:t>
                </a:r>
                <a:r>
                  <a:rPr lang="en-US" sz="2000" kern="0">
                    <a:latin typeface="+mn-lt"/>
                  </a:rPr>
                  <a:t> </a:t>
                </a:r>
                <a:r>
                  <a:rPr lang="en-US" sz="2000" kern="0" err="1">
                    <a:latin typeface="+mn-lt"/>
                  </a:rPr>
                  <a:t>trị</a:t>
                </a:r>
                <a:r>
                  <a:rPr lang="en-US" sz="2000" kern="0">
                    <a:latin typeface="+mn-lt"/>
                  </a:rPr>
                  <a:t> </a:t>
                </a:r>
                <a:r>
                  <a:rPr lang="en-US" sz="2000" kern="0" err="1">
                    <a:latin typeface="+mn-lt"/>
                  </a:rPr>
                  <a:t>khoảng</a:t>
                </a:r>
                <a:r>
                  <a:rPr lang="en-US" sz="2000" kern="0">
                    <a:latin typeface="+mn-lt"/>
                  </a:rPr>
                  <a:t> </a:t>
                </a:r>
                <a:r>
                  <a:rPr lang="en-US" sz="2000" kern="0" err="1">
                    <a:latin typeface="+mn-lt"/>
                  </a:rPr>
                  <a:t>cách</a:t>
                </a:r>
                <a:endParaRPr lang="en-US" sz="2000" kern="0">
                  <a:latin typeface="+mn-lt"/>
                </a:endParaRPr>
              </a:p>
              <a:p>
                <a:pPr marL="228600" indent="-228600" eaLnBrk="0" hangingPunct="0">
                  <a:spcBef>
                    <a:spcPct val="4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/>
                </a:pPr>
                <a:r>
                  <a:rPr lang="en-GB" sz="2000" kern="0">
                    <a:latin typeface="+mn-lt"/>
                  </a:rPr>
                  <a:t>Có thể </a:t>
                </a:r>
                <a:r>
                  <a:rPr lang="en-GB" sz="2000" kern="0" err="1">
                    <a:latin typeface="+mn-lt"/>
                  </a:rPr>
                  <a:t>phải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tích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hợp</a:t>
                </a:r>
                <a:r>
                  <a:rPr lang="en-GB" sz="2000" kern="0">
                    <a:latin typeface="+mn-lt"/>
                  </a:rPr>
                  <a:t> (</a:t>
                </a:r>
                <a:r>
                  <a:rPr lang="en-GB" sz="2000" kern="0" err="1">
                    <a:latin typeface="+mn-lt"/>
                  </a:rPr>
                  <a:t>đưa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vào</a:t>
                </a:r>
                <a:r>
                  <a:rPr lang="en-GB" sz="2000" kern="0">
                    <a:latin typeface="+mn-lt"/>
                  </a:rPr>
                  <a:t>) </a:t>
                </a:r>
                <a:r>
                  <a:rPr lang="en-GB" sz="2000" kern="0" err="1">
                    <a:latin typeface="+mn-lt"/>
                  </a:rPr>
                  <a:t>các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giá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trị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trọng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số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của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các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thuộc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tính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trong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hàm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tính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khoảng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cách</a:t>
                </a:r>
                <a:endParaRPr lang="en-GB" sz="2000" kern="0">
                  <a:latin typeface="+mn-lt"/>
                </a:endParaRPr>
              </a:p>
              <a:p>
                <a:pPr marL="628650" lvl="1" indent="-171450" eaLnBrk="0" hangingPunct="0">
                  <a:spcBef>
                    <a:spcPts val="1200"/>
                  </a:spcBef>
                  <a:buClr>
                    <a:schemeClr val="accent2"/>
                  </a:buClr>
                  <a:buFontTx/>
                  <a:buChar char="•"/>
                  <a:defRPr/>
                </a:pPr>
                <a14:m>
                  <m:oMath xmlns:m="http://schemas.openxmlformats.org/officeDocument/2006/math">
                    <m:r>
                      <a:rPr lang="en-GB" i="1" kern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GB" i="1" kern="0" baseline="-25000" err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kern="0">
                    <a:latin typeface="+mn-lt"/>
                  </a:rPr>
                  <a:t>  </a:t>
                </a:r>
                <a:r>
                  <a:rPr lang="en-GB" kern="0" err="1">
                    <a:latin typeface="+mn-lt"/>
                  </a:rPr>
                  <a:t>là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trọng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số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của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thuộc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tính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Courier New" pitchFamily="49" charset="0"/>
                  </a:rPr>
                  <a:t>i</a:t>
                </a:r>
                <a:r>
                  <a:rPr lang="en-GB" kern="0">
                    <a:latin typeface="+mn-lt"/>
                  </a:rPr>
                  <a:t>:</a:t>
                </a:r>
              </a:p>
              <a:p>
                <a:pPr marL="228600" indent="-228600" eaLnBrk="0" hangingPunct="0">
                  <a:spcBef>
                    <a:spcPts val="18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/>
                </a:pPr>
                <a:r>
                  <a:rPr lang="en-GB" sz="2000" kern="0" err="1">
                    <a:latin typeface="+mn-lt"/>
                  </a:rPr>
                  <a:t>Làm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sao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để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xác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định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các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giá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trị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trọng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số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của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các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thuộc</a:t>
                </a:r>
                <a:r>
                  <a:rPr lang="en-GB" sz="2000" kern="0">
                    <a:latin typeface="+mn-lt"/>
                  </a:rPr>
                  <a:t> </a:t>
                </a:r>
                <a:r>
                  <a:rPr lang="en-GB" sz="2000" kern="0" err="1">
                    <a:latin typeface="+mn-lt"/>
                  </a:rPr>
                  <a:t>tính</a:t>
                </a:r>
                <a:r>
                  <a:rPr lang="en-GB" sz="2000" kern="0">
                    <a:latin typeface="+mn-lt"/>
                  </a:rPr>
                  <a:t>?</a:t>
                </a:r>
              </a:p>
              <a:p>
                <a:pPr marL="628650" lvl="1" indent="-171450" eaLnBrk="0" hangingPunct="0">
                  <a:spcBef>
                    <a:spcPct val="20000"/>
                  </a:spcBef>
                  <a:buClr>
                    <a:schemeClr val="accent2"/>
                  </a:buClr>
                  <a:buFontTx/>
                  <a:buChar char="•"/>
                  <a:defRPr/>
                </a:pPr>
                <a:r>
                  <a:rPr lang="en-GB" kern="0" err="1">
                    <a:latin typeface="+mn-lt"/>
                  </a:rPr>
                  <a:t>Dựa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trên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các</a:t>
                </a:r>
                <a:r>
                  <a:rPr lang="en-GB" kern="0">
                    <a:latin typeface="+mn-lt"/>
                  </a:rPr>
                  <a:t> tri </a:t>
                </a:r>
                <a:r>
                  <a:rPr lang="en-GB" kern="0" err="1">
                    <a:latin typeface="+mn-lt"/>
                  </a:rPr>
                  <a:t>thức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cụ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thể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của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bài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toán</a:t>
                </a:r>
                <a:r>
                  <a:rPr lang="en-GB" kern="0">
                    <a:latin typeface="+mn-lt"/>
                  </a:rPr>
                  <a:t> (</a:t>
                </a:r>
                <a:r>
                  <a:rPr lang="en-GB" kern="0" err="1">
                    <a:latin typeface="+mn-lt"/>
                  </a:rPr>
                  <a:t>vd</a:t>
                </a:r>
                <a:r>
                  <a:rPr lang="en-GB" kern="0">
                    <a:latin typeface="+mn-lt"/>
                  </a:rPr>
                  <a:t>:  </a:t>
                </a:r>
                <a:r>
                  <a:rPr lang="en-GB" kern="0" err="1">
                    <a:latin typeface="+mn-lt"/>
                  </a:rPr>
                  <a:t>được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chỉ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định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bởi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các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chuyên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gia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trong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lĩnh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vực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của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bài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toán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đang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xét</a:t>
                </a:r>
                <a:r>
                  <a:rPr lang="en-GB" kern="0">
                    <a:latin typeface="+mn-lt"/>
                  </a:rPr>
                  <a:t>)</a:t>
                </a:r>
              </a:p>
              <a:p>
                <a:pPr marL="628650" lvl="1" indent="-171450" eaLnBrk="0" hangingPunct="0">
                  <a:spcBef>
                    <a:spcPct val="20000"/>
                  </a:spcBef>
                  <a:buClr>
                    <a:schemeClr val="accent2"/>
                  </a:buClr>
                  <a:buFontTx/>
                  <a:buChar char="•"/>
                  <a:defRPr/>
                </a:pPr>
                <a:r>
                  <a:rPr lang="en-GB" kern="0" err="1">
                    <a:latin typeface="+mn-lt"/>
                  </a:rPr>
                  <a:t>Bằng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một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quá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trình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tối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ưu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hóa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các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giá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trị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trọng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số</a:t>
                </a:r>
                <a:r>
                  <a:rPr lang="en-GB" kern="0">
                    <a:latin typeface="+mn-lt"/>
                  </a:rPr>
                  <a:t> (</a:t>
                </a:r>
                <a:r>
                  <a:rPr lang="en-GB" kern="0" err="1">
                    <a:latin typeface="+mn-lt"/>
                  </a:rPr>
                  <a:t>vd</a:t>
                </a:r>
                <a:r>
                  <a:rPr lang="en-GB" kern="0">
                    <a:latin typeface="+mn-lt"/>
                  </a:rPr>
                  <a:t>: </a:t>
                </a:r>
                <a:r>
                  <a:rPr lang="en-GB" kern="0" err="1">
                    <a:latin typeface="+mn-lt"/>
                  </a:rPr>
                  <a:t>sử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dụng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một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tập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học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để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học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một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bộ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các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giá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trị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trọng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số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tối</a:t>
                </a:r>
                <a:r>
                  <a:rPr lang="en-GB" kern="0">
                    <a:latin typeface="+mn-lt"/>
                  </a:rPr>
                  <a:t> </a:t>
                </a:r>
                <a:r>
                  <a:rPr lang="en-GB" kern="0" err="1">
                    <a:latin typeface="+mn-lt"/>
                  </a:rPr>
                  <a:t>ưu</a:t>
                </a:r>
                <a:r>
                  <a:rPr lang="en-GB" kern="0">
                    <a:latin typeface="+mn-lt"/>
                  </a:rPr>
                  <a:t>)</a:t>
                </a:r>
              </a:p>
            </p:txBody>
          </p:sp>
        </mc:Choice>
        <mc:Fallback xmlns="">
          <p:sp>
            <p:nvSpPr>
              <p:cNvPr id="11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219200"/>
                <a:ext cx="8229600" cy="4911725"/>
              </a:xfrm>
              <a:prstGeom prst="rect">
                <a:avLst/>
              </a:prstGeom>
              <a:blipFill>
                <a:blip r:embed="rId3"/>
                <a:stretch>
                  <a:fillRect t="-77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/>
          <a:lstStyle/>
          <a:p>
            <a:pPr eaLnBrk="1" hangingPunct="1"/>
            <a:r>
              <a:rPr lang="en-US" sz="3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Trọng số của các thuộc tính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67565033-3F73-43A0-9C44-A85D4A1CFD7D}" type="slidenum">
              <a:rPr lang="en-US" altLang="en-US"/>
              <a:pPr eaLnBrk="1" hangingPunct="1"/>
              <a:t>17</a:t>
            </a:fld>
            <a:endParaRPr lang="en-US" altLang="en-US">
              <a:latin typeface="Garamond" panose="02020404030301010803" pitchFamily="18" charset="0"/>
            </a:endParaRPr>
          </a:p>
        </p:txBody>
      </p:sp>
      <p:graphicFrame>
        <p:nvGraphicFramePr>
          <p:cNvPr id="5122" name="Object 7"/>
          <p:cNvGraphicFramePr>
            <a:graphicFrameLocks noChangeAspect="1"/>
          </p:cNvGraphicFramePr>
          <p:nvPr/>
        </p:nvGraphicFramePr>
        <p:xfrm>
          <a:off x="4724400" y="1143000"/>
          <a:ext cx="259080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4" imgW="1422360" imgH="482400" progId="Equation.3">
                  <p:embed/>
                </p:oleObj>
              </mc:Choice>
              <mc:Fallback>
                <p:oleObj name="Equation" r:id="rId4" imgW="1422360" imgH="482400" progId="Equation.3">
                  <p:embed/>
                  <p:pic>
                    <p:nvPicPr>
                      <p:cNvPr id="512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143000"/>
                        <a:ext cx="2590800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458950"/>
              </p:ext>
            </p:extLst>
          </p:nvPr>
        </p:nvGraphicFramePr>
        <p:xfrm>
          <a:off x="5551170" y="3429000"/>
          <a:ext cx="2868613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6" imgW="1574640" imgH="482400" progId="Equation.3">
                  <p:embed/>
                </p:oleObj>
              </mc:Choice>
              <mc:Fallback>
                <p:oleObj name="Equation" r:id="rId6" imgW="1574640" imgH="482400" progId="Equation.3">
                  <p:embed/>
                  <p:pic>
                    <p:nvPicPr>
                      <p:cNvPr id="512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1170" y="3429000"/>
                        <a:ext cx="2868613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035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762000"/>
          </a:xfrm>
        </p:spPr>
        <p:txBody>
          <a:bodyPr/>
          <a:lstStyle/>
          <a:p>
            <a:r>
              <a:rPr lang="en-US" sz="3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Khoảng cách của các láng giềng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62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5334000" cy="4759325"/>
              </a:xfrm>
            </p:spPr>
            <p:txBody>
              <a:bodyPr/>
              <a:lstStyle/>
              <a:p>
                <a:pPr marL="228600" indent="-228600"/>
                <a:r>
                  <a:rPr lang="en-GB" sz="2200"/>
                  <a:t>Xét tập  </a:t>
                </a:r>
                <a14:m>
                  <m:oMath xmlns:m="http://schemas.openxmlformats.org/officeDocument/2006/math">
                    <m:r>
                      <a:rPr lang="en-GB" sz="2200" i="1" smtClean="0">
                        <a:latin typeface="Cambria Math" panose="02040503050406030204" pitchFamily="18" charset="0"/>
                      </a:rPr>
                      <m:t>𝑁𝐵</m:t>
                    </m:r>
                    <m:r>
                      <a:rPr lang="en-GB" sz="22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GB" sz="22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/>
                  <a:t> – gồm </a:t>
                </a:r>
                <a14:m>
                  <m:oMath xmlns:m="http://schemas.openxmlformats.org/officeDocument/2006/math">
                    <m:r>
                      <a:rPr lang="en-GB" sz="220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200"/>
                  <a:t> ví dụ học gần nhất với ví dụ cần phân lớp/dự đoán </a:t>
                </a:r>
                <a14:m>
                  <m:oMath xmlns:m="http://schemas.openxmlformats.org/officeDocument/2006/math">
                    <m:r>
                      <a:rPr lang="en-GB" sz="2200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endParaRPr lang="en-GB" sz="2200" b="1">
                  <a:latin typeface="Courier New" panose="02070309020205020404" pitchFamily="49" charset="0"/>
                </a:endParaRPr>
              </a:p>
              <a:p>
                <a:pPr marL="628650" lvl="1" indent="-171450">
                  <a:buSzTx/>
                  <a:buFontTx/>
                  <a:buChar char="•"/>
                </a:pPr>
                <a:r>
                  <a:rPr lang="en-GB" sz="2000"/>
                  <a:t>Mỗi ví dụ (láng giềng gần nhất) này có khoảng cách khác nhau đến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endParaRPr lang="en-GB" sz="2000" b="1"/>
              </a:p>
              <a:p>
                <a:pPr marL="628650" lvl="1" indent="-171450">
                  <a:buSzTx/>
                  <a:buFontTx/>
                  <a:buChar char="•"/>
                </a:pPr>
                <a:r>
                  <a:rPr lang="en-GB" sz="2000"/>
                  <a:t>Các láng giềng này có ảnh hưởng như nhau đối với việc phân lớp/dự đoán cho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GB" sz="2000"/>
                  <a:t>? </a:t>
                </a:r>
                <a:r>
                  <a:rPr lang="en-GB" sz="2000">
                    <a:cs typeface="Arial" panose="020B0604020202020204" pitchFamily="34" charset="0"/>
                  </a:rPr>
                  <a:t>→ KHÔNG!</a:t>
                </a:r>
              </a:p>
              <a:p>
                <a:pPr marL="228600" indent="-228600">
                  <a:spcBef>
                    <a:spcPct val="60000"/>
                  </a:spcBef>
                </a:pPr>
                <a:r>
                  <a:rPr lang="en-US" sz="2200"/>
                  <a:t>Có thể gán các mức độ ảnh hưởng (đóng góp) của mỗi láng giềng gần nhất tùy theo khoảng cách của nó đến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endParaRPr lang="en-US" sz="2200" b="1">
                  <a:latin typeface="Courier New" panose="02070309020205020404" pitchFamily="49" charset="0"/>
                </a:endParaRPr>
              </a:p>
              <a:p>
                <a:pPr marL="628650" lvl="1" indent="-171450">
                  <a:buSzTx/>
                  <a:buFontTx/>
                  <a:buChar char="•"/>
                </a:pPr>
                <a:r>
                  <a:rPr lang="en-US" sz="2000"/>
                  <a:t>Mức độ ảnh hưởng cao hơn cho các láng giềng gần hơn!</a:t>
                </a:r>
              </a:p>
            </p:txBody>
          </p:sp>
        </mc:Choice>
        <mc:Fallback xmlns="">
          <p:sp>
            <p:nvSpPr>
              <p:cNvPr id="19462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5334000" cy="4759325"/>
              </a:xfrm>
              <a:blipFill rotWithShape="0">
                <a:blip r:embed="rId2"/>
                <a:stretch>
                  <a:fillRect l="-229" t="-768" r="-1714" b="-1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67565033-3F73-43A0-9C44-A85D4A1CFD7D}" type="slidenum">
              <a:rPr lang="en-US" altLang="en-US"/>
              <a:pPr eaLnBrk="1" hangingPunct="1"/>
              <a:t>18</a:t>
            </a:fld>
            <a:endParaRPr lang="en-US" altLang="en-US">
              <a:latin typeface="Garamond" panose="02020404030301010803" pitchFamily="18" charset="0"/>
            </a:endParaRPr>
          </a:p>
        </p:txBody>
      </p:sp>
      <p:grpSp>
        <p:nvGrpSpPr>
          <p:cNvPr id="19459" name="Group 40"/>
          <p:cNvGrpSpPr>
            <a:grpSpLocks/>
          </p:cNvGrpSpPr>
          <p:nvPr/>
        </p:nvGrpSpPr>
        <p:grpSpPr bwMode="auto">
          <a:xfrm>
            <a:off x="6172200" y="1828800"/>
            <a:ext cx="2362200" cy="2384425"/>
            <a:chOff x="3456" y="1344"/>
            <a:chExt cx="1488" cy="1502"/>
          </a:xfrm>
        </p:grpSpPr>
        <p:sp>
          <p:nvSpPr>
            <p:cNvPr id="19463" name="Oval 2"/>
            <p:cNvSpPr>
              <a:spLocks noChangeAspect="1" noChangeArrowheads="1"/>
            </p:cNvSpPr>
            <p:nvPr/>
          </p:nvSpPr>
          <p:spPr bwMode="auto">
            <a:xfrm>
              <a:off x="3456" y="1872"/>
              <a:ext cx="973" cy="974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9464" name="Oval 5"/>
            <p:cNvSpPr>
              <a:spLocks noChangeArrowheads="1"/>
            </p:cNvSpPr>
            <p:nvPr/>
          </p:nvSpPr>
          <p:spPr bwMode="auto">
            <a:xfrm>
              <a:off x="3552" y="2112"/>
              <a:ext cx="96" cy="96"/>
            </a:xfrm>
            <a:prstGeom prst="ellipse">
              <a:avLst/>
            </a:prstGeom>
            <a:solidFill>
              <a:srgbClr val="9900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9465" name="Oval 15"/>
            <p:cNvSpPr>
              <a:spLocks noChangeArrowheads="1"/>
            </p:cNvSpPr>
            <p:nvPr/>
          </p:nvSpPr>
          <p:spPr bwMode="auto">
            <a:xfrm>
              <a:off x="3936" y="249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9466" name="Oval 21"/>
            <p:cNvSpPr>
              <a:spLocks noChangeArrowheads="1"/>
            </p:cNvSpPr>
            <p:nvPr/>
          </p:nvSpPr>
          <p:spPr bwMode="auto">
            <a:xfrm>
              <a:off x="3888" y="2304"/>
              <a:ext cx="96" cy="96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vi-VN"/>
            </a:p>
          </p:txBody>
        </p:sp>
        <p:sp>
          <p:nvSpPr>
            <p:cNvPr id="19467" name="Line 34"/>
            <p:cNvSpPr>
              <a:spLocks noChangeShapeType="1"/>
            </p:cNvSpPr>
            <p:nvPr/>
          </p:nvSpPr>
          <p:spPr bwMode="auto">
            <a:xfrm flipH="1">
              <a:off x="3954" y="1728"/>
              <a:ext cx="474" cy="57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vi-VN"/>
            </a:p>
          </p:txBody>
        </p:sp>
        <p:sp>
          <p:nvSpPr>
            <p:cNvPr id="19468" name="Text Box 35"/>
            <p:cNvSpPr txBox="1">
              <a:spLocks noChangeArrowheads="1"/>
            </p:cNvSpPr>
            <p:nvPr/>
          </p:nvSpPr>
          <p:spPr bwMode="auto">
            <a:xfrm>
              <a:off x="4080" y="1344"/>
              <a:ext cx="864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Ví dụ cần phân loại </a:t>
              </a:r>
              <a:r>
                <a:rPr lang="en-US">
                  <a:latin typeface="Courier New" panose="02070309020205020404" pitchFamily="49" charset="0"/>
                </a:rPr>
                <a:t>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8467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534400" cy="762000"/>
          </a:xfrm>
        </p:spPr>
        <p:txBody>
          <a:bodyPr/>
          <a:lstStyle/>
          <a:p>
            <a:r>
              <a:rPr lang="en-US" sz="3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Khoảng cách của các láng giềng (2)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67565033-3F73-43A0-9C44-A85D4A1CFD7D}" type="slidenum">
              <a:rPr lang="en-US" altLang="en-US"/>
              <a:pPr eaLnBrk="1" hangingPunct="1"/>
              <a:t>19</a:t>
            </a:fld>
            <a:endParaRPr lang="en-US" altLang="en-US">
              <a:latin typeface="Garamond" panose="02020404030301010803" pitchFamily="18" charset="0"/>
            </a:endParaRPr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4243388" y="2382838"/>
          <a:ext cx="393223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3" imgW="2323800" imgH="330120" progId="Equation.3">
                  <p:embed/>
                </p:oleObj>
              </mc:Choice>
              <mc:Fallback>
                <p:oleObj name="Equation" r:id="rId3" imgW="2323800" imgH="330120" progId="Equation.3">
                  <p:embed/>
                  <p:pic>
                    <p:nvPicPr>
                      <p:cNvPr id="61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3388" y="2382838"/>
                        <a:ext cx="393223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8"/>
          <p:cNvGraphicFramePr>
            <a:graphicFrameLocks noChangeAspect="1"/>
          </p:cNvGraphicFramePr>
          <p:nvPr/>
        </p:nvGraphicFramePr>
        <p:xfrm>
          <a:off x="5791200" y="2895600"/>
          <a:ext cx="25781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5" imgW="1803240" imgH="457200" progId="Equation.3">
                  <p:embed/>
                </p:oleObj>
              </mc:Choice>
              <mc:Fallback>
                <p:oleObj name="Equation" r:id="rId5" imgW="1803240" imgH="457200" progId="Equation.3">
                  <p:embed/>
                  <p:pic>
                    <p:nvPicPr>
                      <p:cNvPr id="614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2895600"/>
                        <a:ext cx="257810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10"/>
          <p:cNvGraphicFramePr>
            <a:graphicFrameLocks noChangeAspect="1"/>
          </p:cNvGraphicFramePr>
          <p:nvPr/>
        </p:nvGraphicFramePr>
        <p:xfrm>
          <a:off x="5181600" y="3657600"/>
          <a:ext cx="24257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7" imgW="1498320" imgH="698400" progId="Equation.3">
                  <p:embed/>
                </p:oleObj>
              </mc:Choice>
              <mc:Fallback>
                <p:oleObj name="Equation" r:id="rId7" imgW="1498320" imgH="698400" progId="Equation.3">
                  <p:embed/>
                  <p:pic>
                    <p:nvPicPr>
                      <p:cNvPr id="614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657600"/>
                        <a:ext cx="2425700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11"/>
          <p:cNvGraphicFramePr>
            <a:graphicFrameLocks noChangeAspect="1"/>
          </p:cNvGraphicFramePr>
          <p:nvPr/>
        </p:nvGraphicFramePr>
        <p:xfrm>
          <a:off x="990600" y="5410200"/>
          <a:ext cx="19050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9" imgW="1257120" imgH="419040" progId="Equation.3">
                  <p:embed/>
                </p:oleObj>
              </mc:Choice>
              <mc:Fallback>
                <p:oleObj name="Equation" r:id="rId9" imgW="1257120" imgH="419040" progId="Equation.3">
                  <p:embed/>
                  <p:pic>
                    <p:nvPicPr>
                      <p:cNvPr id="614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410200"/>
                        <a:ext cx="19050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12"/>
          <p:cNvGraphicFramePr>
            <a:graphicFrameLocks noChangeAspect="1"/>
          </p:cNvGraphicFramePr>
          <p:nvPr/>
        </p:nvGraphicFramePr>
        <p:xfrm>
          <a:off x="3429000" y="5410200"/>
          <a:ext cx="213677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11" imgW="1409400" imgH="419040" progId="Equation.3">
                  <p:embed/>
                </p:oleObj>
              </mc:Choice>
              <mc:Fallback>
                <p:oleObj name="Equation" r:id="rId11" imgW="1409400" imgH="419040" progId="Equation.3">
                  <p:embed/>
                  <p:pic>
                    <p:nvPicPr>
                      <p:cNvPr id="615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410200"/>
                        <a:ext cx="213677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13"/>
          <p:cNvGraphicFramePr>
            <a:graphicFrameLocks noChangeAspect="1"/>
          </p:cNvGraphicFramePr>
          <p:nvPr/>
        </p:nvGraphicFramePr>
        <p:xfrm>
          <a:off x="6172200" y="5181600"/>
          <a:ext cx="2057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13" imgW="1028520" imgH="368280" progId="Equation.3">
                  <p:embed/>
                </p:oleObj>
              </mc:Choice>
              <mc:Fallback>
                <p:oleObj name="Equation" r:id="rId13" imgW="1028520" imgH="368280" progId="Equation.3">
                  <p:embed/>
                  <p:pic>
                    <p:nvPicPr>
                      <p:cNvPr id="615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5181600"/>
                        <a:ext cx="2057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3"/>
              <p:cNvSpPr txBox="1">
                <a:spLocks noChangeArrowheads="1"/>
              </p:cNvSpPr>
              <p:nvPr/>
            </p:nvSpPr>
            <p:spPr bwMode="auto">
              <a:xfrm>
                <a:off x="457200" y="1219200"/>
                <a:ext cx="8077200" cy="4191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>
                <a:lvl1pPr marL="2286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628650" indent="-1714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</a:pPr>
                <a:r>
                  <a:rPr lang="en-US" sz="2200"/>
                  <a:t>Gọi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200"/>
                  <a:t> là hàm xác định trọng số theo khoảng cách</a:t>
                </a:r>
              </a:p>
              <a:p>
                <a:pPr lvl="1"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Tx/>
                  <a:buChar char="•"/>
                </a:pPr>
                <a:r>
                  <a:rPr lang="en-US"/>
                  <a:t>Đối với một giá trị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– khoảng cách giữa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/>
                  <a:t> và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endParaRPr lang="en-US" b="1">
                  <a:latin typeface="Courier New" panose="02070309020205020404" pitchFamily="49" charset="0"/>
                </a:endParaRPr>
              </a:p>
              <a:p>
                <a:pPr lvl="1"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Tx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 tỷ lệ nghịch với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latin typeface="Courier New" panose="02070309020205020404" pitchFamily="49" charset="0"/>
                </a:endParaRPr>
              </a:p>
              <a:p>
                <a:pPr>
                  <a:lnSpc>
                    <a:spcPct val="90000"/>
                  </a:lnSpc>
                  <a:spcBef>
                    <a:spcPts val="18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</a:pPr>
                <a:r>
                  <a:rPr lang="en-US" sz="2200"/>
                  <a:t>Đối với bài toán phân lớp:</a:t>
                </a:r>
              </a:p>
              <a:p>
                <a:pPr>
                  <a:spcBef>
                    <a:spcPct val="38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</a:pPr>
                <a:r>
                  <a:rPr lang="en-US" sz="2200"/>
                  <a:t>Đối với bài toán dự đoán (hồi quy):</a:t>
                </a:r>
                <a:endParaRPr lang="en-GB" sz="2200"/>
              </a:p>
              <a:p>
                <a:pPr>
                  <a:spcBef>
                    <a:spcPct val="170000"/>
                  </a:spcBef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</a:pPr>
                <a:r>
                  <a:rPr lang="en-GB" sz="2200"/>
                  <a:t>Lựa chọn một hàm xác định trọng số theo khoảng cách:</a:t>
                </a:r>
                <a:endParaRPr lang="en-US" sz="2200"/>
              </a:p>
            </p:txBody>
          </p:sp>
        </mc:Choice>
        <mc:Fallback xmlns="">
          <p:sp>
            <p:nvSpPr>
              <p:cNvPr id="1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219200"/>
                <a:ext cx="8077200" cy="4191000"/>
              </a:xfrm>
              <a:prstGeom prst="rect">
                <a:avLst/>
              </a:prstGeom>
              <a:blipFill rotWithShape="0">
                <a:blip r:embed="rId15"/>
                <a:stretch>
                  <a:fillRect l="-151" t="-174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2796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/>
          <a:lstStyle/>
          <a:p>
            <a:r>
              <a:rPr lang="en-US" sz="3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k-NN: </a:t>
            </a:r>
            <a:r>
              <a:rPr lang="en-US" sz="360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Ưu nhược điểm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7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1219200"/>
                <a:ext cx="8382000" cy="4953000"/>
              </a:xfrm>
            </p:spPr>
            <p:txBody>
              <a:bodyPr/>
              <a:lstStyle/>
              <a:p>
                <a:pPr marL="228600" indent="-228600" eaLnBrk="1" hangingPunct="1">
                  <a:spcBef>
                    <a:spcPts val="1200"/>
                  </a:spcBef>
                </a:pPr>
                <a:r>
                  <a:rPr lang="en-US" sz="2400">
                    <a:solidFill>
                      <a:srgbClr val="0000FF"/>
                    </a:solidFill>
                  </a:rPr>
                  <a:t>Các ưu điểm</a:t>
                </a:r>
              </a:p>
              <a:p>
                <a:pPr marL="473075" lvl="1" indent="-146050" eaLnBrk="1" hangingPunct="1">
                  <a:buSzTx/>
                  <a:buFontTx/>
                  <a:buChar char="•"/>
                </a:pPr>
                <a:r>
                  <a:rPr lang="en-US" sz="2000"/>
                  <a:t>Chi phí thấp cho quá trình huấn luyện (chỉ việc lưu lại các ví dụ học)</a:t>
                </a:r>
              </a:p>
              <a:p>
                <a:pPr marL="473075" lvl="1" indent="-146050" eaLnBrk="1" hangingPunct="1">
                  <a:buSzTx/>
                  <a:buFontTx/>
                  <a:buChar char="•"/>
                </a:pPr>
                <a:r>
                  <a:rPr lang="en-US" sz="2000"/>
                  <a:t>Hoạt động tốt với các bài toán phân loại gồm nhiều lớp</a:t>
                </a:r>
              </a:p>
              <a:p>
                <a:pPr marL="971550" lvl="2" indent="-285750" eaLnBrk="1" hangingPunct="1">
                  <a:buClr>
                    <a:schemeClr val="tx2"/>
                  </a:buClr>
                  <a:buSzTx/>
                  <a:buFont typeface="Arial" panose="020B0604020202020204" pitchFamily="34" charset="0"/>
                  <a:buChar char="→"/>
                </a:pPr>
                <a:r>
                  <a:rPr lang="en-US" sz="1800"/>
                  <a:t>Không cần phải học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800"/>
                  <a:t> bộ phân loại cho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800"/>
                  <a:t> lớp</a:t>
                </a:r>
              </a:p>
              <a:p>
                <a:pPr marL="473075" lvl="1" indent="-146050" eaLnBrk="1" hangingPunct="1">
                  <a:buSzTx/>
                  <a:buFontTx/>
                  <a:buChar char="•"/>
                </a:pPr>
                <a:r>
                  <a:rPr lang="en-GB" sz="2000"/>
                  <a:t>Về mặt lý thuyết thì k-NN có thể đạt khả năng phán đoán tối ưu khi gặp một số điều kiện. </a:t>
                </a:r>
              </a:p>
              <a:p>
                <a:pPr marL="473075" lvl="1" indent="-146050" eaLnBrk="1" hangingPunct="1">
                  <a:buSzTx/>
                  <a:buFontTx/>
                  <a:buChar char="•"/>
                </a:pPr>
                <a:r>
                  <a:rPr lang="en-GB" sz="2000"/>
                  <a:t>Rất Linh động trong việc chọn hàm khoảng cách.</a:t>
                </a:r>
              </a:p>
              <a:p>
                <a:pPr marL="971550" lvl="2" indent="-285750" eaLnBrk="1" hangingPunct="1">
                  <a:buClr>
                    <a:schemeClr val="tx2"/>
                  </a:buClr>
                  <a:buSzTx/>
                  <a:buFont typeface="Arial" panose="020B0604020202020204" pitchFamily="34" charset="0"/>
                  <a:buChar char="→"/>
                </a:pPr>
                <a:r>
                  <a:rPr lang="en-GB" sz="1800"/>
                  <a:t>Có thể dùng độ tương tự (similarity): cosine</a:t>
                </a:r>
              </a:p>
              <a:p>
                <a:pPr marL="971550" lvl="2" indent="-285750" eaLnBrk="1" hangingPunct="1">
                  <a:buClr>
                    <a:schemeClr val="tx2"/>
                  </a:buClr>
                  <a:buSzTx/>
                  <a:buFont typeface="Arial" panose="020B0604020202020204" pitchFamily="34" charset="0"/>
                  <a:buChar char="→"/>
                </a:pPr>
                <a:r>
                  <a:rPr lang="en-GB" sz="1800"/>
                  <a:t>Có thể dùng độ đo khác, chẳng hạn Kullback-Leibler divergence, Bregman divergence, …</a:t>
                </a:r>
              </a:p>
              <a:p>
                <a:pPr marL="228600" indent="-228600" eaLnBrk="1" hangingPunct="1">
                  <a:spcBef>
                    <a:spcPts val="1200"/>
                  </a:spcBef>
                </a:pPr>
                <a:r>
                  <a:rPr lang="en-US" sz="2400">
                    <a:solidFill>
                      <a:srgbClr val="FF0000"/>
                    </a:solidFill>
                  </a:rPr>
                  <a:t>Các nhược điểm</a:t>
                </a:r>
                <a:endParaRPr lang="en-US" sz="2200">
                  <a:solidFill>
                    <a:srgbClr val="FF0000"/>
                  </a:solidFill>
                </a:endParaRPr>
              </a:p>
              <a:p>
                <a:pPr marL="473075" lvl="1" indent="-146050" eaLnBrk="1" hangingPunct="1">
                  <a:buSzTx/>
                  <a:buFontTx/>
                  <a:buChar char="•"/>
                </a:pPr>
                <a:r>
                  <a:rPr lang="en-US" sz="1800"/>
                  <a:t>Phải lựa chọn hàm tính khoảng cách (sự khác biệt) thích hợp với bài toán</a:t>
                </a:r>
              </a:p>
              <a:p>
                <a:pPr marL="473075" lvl="1" indent="-146050" eaLnBrk="1" hangingPunct="1">
                  <a:buSzTx/>
                  <a:buFontTx/>
                  <a:buChar char="•"/>
                </a:pPr>
                <a:r>
                  <a:rPr lang="en-US" sz="1800"/>
                  <a:t>Chi phí tính toán (thời gian, bộ nhớ) cao tại thời điểm phân loại/dự đoán</a:t>
                </a:r>
              </a:p>
            </p:txBody>
          </p:sp>
        </mc:Choice>
        <mc:Fallback xmlns="">
          <p:sp>
            <p:nvSpPr>
              <p:cNvPr id="215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19200"/>
                <a:ext cx="8382000" cy="4953000"/>
              </a:xfrm>
              <a:blipFill rotWithShape="0">
                <a:blip r:embed="rId2"/>
                <a:stretch>
                  <a:fillRect l="-291" t="-8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67565033-3F73-43A0-9C44-A85D4A1CFD7D}" type="slidenum">
              <a:rPr lang="en-US" altLang="en-US"/>
              <a:pPr eaLnBrk="1" hangingPunct="1"/>
              <a:t>20</a:t>
            </a:fld>
            <a:endParaRPr lang="en-US" altLang="en-US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84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/>
          <a:lstStyle/>
          <a:p>
            <a:r>
              <a:rPr lang="en-US" sz="3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Tài liệu tham khảo</a:t>
            </a:r>
            <a:endParaRPr lang="en-US" sz="360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382000" cy="49530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000"/>
              <a:t>A. Kontorovich and Weiss. A Bayes consistent 1-NN classifier. </a:t>
            </a:r>
            <a:r>
              <a:rPr lang="en-US" sz="2000" i="1"/>
              <a:t>Proceedings of the 18th International Conference on Artificial Intelligence and Statistics (AISTATS). JMLR: W&amp;CP volume 38</a:t>
            </a:r>
            <a:r>
              <a:rPr lang="en-US" sz="2000"/>
              <a:t>, 2015.</a:t>
            </a:r>
          </a:p>
          <a:p>
            <a:pPr>
              <a:spcBef>
                <a:spcPts val="600"/>
              </a:spcBef>
            </a:pPr>
            <a:r>
              <a:rPr lang="en-US" sz="2000"/>
              <a:t>A. Guyader, N. Hengartner. On the Mutual Nearest Neighbors Estimate in Regression. </a:t>
            </a:r>
            <a:r>
              <a:rPr lang="en-US" sz="2000" i="1"/>
              <a:t>Journal of Machine Learning Research</a:t>
            </a:r>
            <a:r>
              <a:rPr lang="en-US" sz="2000"/>
              <a:t> 14 (2013) 2361-2376.</a:t>
            </a:r>
          </a:p>
          <a:p>
            <a:pPr>
              <a:spcBef>
                <a:spcPts val="600"/>
              </a:spcBef>
            </a:pPr>
            <a:r>
              <a:rPr lang="en-US" sz="2000"/>
              <a:t>L. Gottlieb, A. Kontorovich, and P. Nisnevitch. Near-optimal sample compression for nearest neighbors. </a:t>
            </a:r>
            <a:r>
              <a:rPr lang="en-US" sz="2000" i="1"/>
              <a:t>Advances in Neural Information Processing Systems</a:t>
            </a:r>
            <a:r>
              <a:rPr lang="en-US" sz="2000"/>
              <a:t>, 2014.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/>
            <a:fld id="{67565033-3F73-43A0-9C44-A85D4A1CFD7D}" type="slidenum">
              <a:rPr lang="en-US" altLang="en-US"/>
              <a:pPr eaLnBrk="1" hangingPunct="1"/>
              <a:t>21</a:t>
            </a:fld>
            <a:endParaRPr lang="en-US" altLang="en-US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692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3096B3D-C2D5-4D95-A93F-A7C0D9AAC94B}"/>
              </a:ext>
            </a:extLst>
          </p:cNvPr>
          <p:cNvSpPr txBox="1"/>
          <p:nvPr/>
        </p:nvSpPr>
        <p:spPr>
          <a:xfrm>
            <a:off x="432033" y="2290085"/>
            <a:ext cx="195882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nh AvantGarde" panose="02000603030000020004"/>
                <a:ea typeface="+mn-ea"/>
                <a:cs typeface="+mn-cs"/>
              </a:rPr>
              <a:t>Thank you for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nh AvantGarde" panose="02000603030000020004"/>
                <a:ea typeface="+mn-ea"/>
                <a:cs typeface="+mn-cs"/>
              </a:rPr>
              <a:t>​</a:t>
            </a:r>
            <a:r>
              <a:rPr kumimoji="0" lang="vi-V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nh AvantGarde" panose="02000603030000020004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inh AvantGarde" panose="02000603030000020004"/>
                <a:ea typeface="+mn-ea"/>
                <a:cs typeface="+mn-cs"/>
              </a:rPr>
              <a:t>your attentions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!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​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632491"/>
      </p:ext>
    </p:extLst>
  </p:cSld>
  <p:clrMapOvr>
    <a:masterClrMapping/>
  </p:clrMapOvr>
</p:sld>
</file>

<file path=ppt/theme/theme1.xml><?xml version="1.0" encoding="utf-8"?>
<a:theme xmlns:a="http://schemas.openxmlformats.org/drawingml/2006/main" name="VIN_HUST 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VIN_HUST template</Template>
  <TotalTime>117</TotalTime>
  <Words>1910</Words>
  <Application>Microsoft Macintosh PowerPoint</Application>
  <PresentationFormat>On-screen Show (4:3)</PresentationFormat>
  <Paragraphs>181</Paragraphs>
  <Slides>22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Linh AvantGarde</vt:lpstr>
      <vt:lpstr>Arial</vt:lpstr>
      <vt:lpstr>Bradley Hand ITC</vt:lpstr>
      <vt:lpstr>Calibri</vt:lpstr>
      <vt:lpstr>Cambria Math</vt:lpstr>
      <vt:lpstr>Courier New</vt:lpstr>
      <vt:lpstr>Garamond</vt:lpstr>
      <vt:lpstr>Segoe UI</vt:lpstr>
      <vt:lpstr>Tahoma</vt:lpstr>
      <vt:lpstr>Times New Roman</vt:lpstr>
      <vt:lpstr>Wingdings</vt:lpstr>
      <vt:lpstr>VIN_HUST template</vt:lpstr>
      <vt:lpstr>Equation</vt:lpstr>
      <vt:lpstr>Học máy cơ bản  Học dựa trên láng giềng gần nhất   Ngô Văn Linh</vt:lpstr>
      <vt:lpstr>Nội dung môn học</vt:lpstr>
      <vt:lpstr>Các bạn phân loại thế nào?</vt:lpstr>
      <vt:lpstr>Học dựa trên các láng giềng gần nhất</vt:lpstr>
      <vt:lpstr>k-NN</vt:lpstr>
      <vt:lpstr>Ví dụ: bài toán phân lớp</vt:lpstr>
      <vt:lpstr>Giải thuật k-NN cho phân lớp</vt:lpstr>
      <vt:lpstr>Giải thuật k-NN cho hồi quy</vt:lpstr>
      <vt:lpstr>PowerPoint Presentation</vt:lpstr>
      <vt:lpstr>k-NN: Các vấn đề cốt lõi</vt:lpstr>
      <vt:lpstr>PowerPoint Presentation</vt:lpstr>
      <vt:lpstr>k-NN: một hay nhiều láng giềng?</vt:lpstr>
      <vt:lpstr>Hàm tính khoảng cách (1)</vt:lpstr>
      <vt:lpstr>Hàm tính khoảng cách (2)</vt:lpstr>
      <vt:lpstr>Hàm tính khoảng cách (3)</vt:lpstr>
      <vt:lpstr>Chuẩn hóa miền giá trị thuộc tính</vt:lpstr>
      <vt:lpstr>Trọng số của các thuộc tính</vt:lpstr>
      <vt:lpstr>Khoảng cách của các láng giềng (1)</vt:lpstr>
      <vt:lpstr>Khoảng cách của các láng giềng (2)</vt:lpstr>
      <vt:lpstr>k-NN: Ưu nhược điểm</vt:lpstr>
      <vt:lpstr>Tài liệu tham khảo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Pham Long Long</dc:creator>
  <cp:lastModifiedBy>Than Quang Khoat</cp:lastModifiedBy>
  <cp:revision>55</cp:revision>
  <dcterms:created xsi:type="dcterms:W3CDTF">2020-04-20T02:25:53Z</dcterms:created>
  <dcterms:modified xsi:type="dcterms:W3CDTF">2021-09-03T09:53:17Z</dcterms:modified>
</cp:coreProperties>
</file>